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7" r:id="rId3"/>
    <p:sldId id="258" r:id="rId4"/>
    <p:sldId id="261" r:id="rId5"/>
    <p:sldId id="259" r:id="rId6"/>
    <p:sldId id="260" r:id="rId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BCDEDD-ACAD-C1D2-0F8B-36DE160AD8E8}" v="167" dt="2026-02-20T00:34:31.4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son, Akeem" userId="S::akeem.nicholson@snhu.edu::4dc182e5-b0ae-461e-981c-2f3335d115af" providerId="AD" clId="Web-{96BCDEDD-ACAD-C1D2-0F8B-36DE160AD8E8}"/>
    <pc:docChg chg="addSld modSld">
      <pc:chgData name="Nicholson, Akeem" userId="S::akeem.nicholson@snhu.edu::4dc182e5-b0ae-461e-981c-2f3335d115af" providerId="AD" clId="Web-{96BCDEDD-ACAD-C1D2-0F8B-36DE160AD8E8}" dt="2026-02-20T00:39:28.831" v="164"/>
      <pc:docMkLst>
        <pc:docMk/>
      </pc:docMkLst>
      <pc:sldChg chg="addSp modSp mod setBg modNotes">
        <pc:chgData name="Nicholson, Akeem" userId="S::akeem.nicholson@snhu.edu::4dc182e5-b0ae-461e-981c-2f3335d115af" providerId="AD" clId="Web-{96BCDEDD-ACAD-C1D2-0F8B-36DE160AD8E8}" dt="2026-02-20T00:34:09.841" v="132"/>
        <pc:sldMkLst>
          <pc:docMk/>
          <pc:sldMk cId="109857222" sldId="256"/>
        </pc:sldMkLst>
        <pc:spChg chg="mod">
          <ac:chgData name="Nicholson, Akeem" userId="S::akeem.nicholson@snhu.edu::4dc182e5-b0ae-461e-981c-2f3335d115af" providerId="AD" clId="Web-{96BCDEDD-ACAD-C1D2-0F8B-36DE160AD8E8}" dt="2026-02-20T00:34:09.841" v="132"/>
          <ac:spMkLst>
            <pc:docMk/>
            <pc:sldMk cId="109857222" sldId="256"/>
            <ac:spMk id="2" creationId="{00000000-0000-0000-0000-000000000000}"/>
          </ac:spMkLst>
        </pc:spChg>
        <pc:spChg chg="mod">
          <ac:chgData name="Nicholson, Akeem" userId="S::akeem.nicholson@snhu.edu::4dc182e5-b0ae-461e-981c-2f3335d115af" providerId="AD" clId="Web-{96BCDEDD-ACAD-C1D2-0F8B-36DE160AD8E8}" dt="2026-02-20T00:34:09.841" v="132"/>
          <ac:spMkLst>
            <pc:docMk/>
            <pc:sldMk cId="109857222" sldId="256"/>
            <ac:spMk id="3" creationId="{00000000-0000-0000-0000-000000000000}"/>
          </ac:spMkLst>
        </pc:spChg>
        <pc:spChg chg="add">
          <ac:chgData name="Nicholson, Akeem" userId="S::akeem.nicholson@snhu.edu::4dc182e5-b0ae-461e-981c-2f3335d115af" providerId="AD" clId="Web-{96BCDEDD-ACAD-C1D2-0F8B-36DE160AD8E8}" dt="2026-02-20T00:34:09.841" v="132"/>
          <ac:spMkLst>
            <pc:docMk/>
            <pc:sldMk cId="109857222" sldId="256"/>
            <ac:spMk id="8" creationId="{577D6B2E-37A3-429E-A37C-F30ED6487282}"/>
          </ac:spMkLst>
        </pc:spChg>
        <pc:spChg chg="add">
          <ac:chgData name="Nicholson, Akeem" userId="S::akeem.nicholson@snhu.edu::4dc182e5-b0ae-461e-981c-2f3335d115af" providerId="AD" clId="Web-{96BCDEDD-ACAD-C1D2-0F8B-36DE160AD8E8}" dt="2026-02-20T00:34:09.841" v="132"/>
          <ac:spMkLst>
            <pc:docMk/>
            <pc:sldMk cId="109857222" sldId="256"/>
            <ac:spMk id="10" creationId="{5CEAD642-85CF-4750-8432-7C80C901F001}"/>
          </ac:spMkLst>
        </pc:spChg>
        <pc:spChg chg="add">
          <ac:chgData name="Nicholson, Akeem" userId="S::akeem.nicholson@snhu.edu::4dc182e5-b0ae-461e-981c-2f3335d115af" providerId="AD" clId="Web-{96BCDEDD-ACAD-C1D2-0F8B-36DE160AD8E8}" dt="2026-02-20T00:34:09.841" v="132"/>
          <ac:spMkLst>
            <pc:docMk/>
            <pc:sldMk cId="109857222" sldId="256"/>
            <ac:spMk id="12" creationId="{FA33EEAE-15D5-4119-8C1E-89D943F911EF}"/>
          </ac:spMkLst>
        </pc:spChg>
        <pc:spChg chg="add">
          <ac:chgData name="Nicholson, Akeem" userId="S::akeem.nicholson@snhu.edu::4dc182e5-b0ae-461e-981c-2f3335d115af" providerId="AD" clId="Web-{96BCDEDD-ACAD-C1D2-0F8B-36DE160AD8E8}" dt="2026-02-20T00:34:09.841" v="132"/>
          <ac:spMkLst>
            <pc:docMk/>
            <pc:sldMk cId="109857222" sldId="256"/>
            <ac:spMk id="14" creationId="{730D8B3B-9B80-4025-B934-26DC7D7CD231}"/>
          </ac:spMkLst>
        </pc:spChg>
        <pc:spChg chg="add">
          <ac:chgData name="Nicholson, Akeem" userId="S::akeem.nicholson@snhu.edu::4dc182e5-b0ae-461e-981c-2f3335d115af" providerId="AD" clId="Web-{96BCDEDD-ACAD-C1D2-0F8B-36DE160AD8E8}" dt="2026-02-20T00:34:09.841" v="132"/>
          <ac:spMkLst>
            <pc:docMk/>
            <pc:sldMk cId="109857222" sldId="256"/>
            <ac:spMk id="16" creationId="{1064D5D5-227B-4F66-9AEA-46F570E793BD}"/>
          </ac:spMkLst>
        </pc:spChg>
        <pc:spChg chg="add">
          <ac:chgData name="Nicholson, Akeem" userId="S::akeem.nicholson@snhu.edu::4dc182e5-b0ae-461e-981c-2f3335d115af" providerId="AD" clId="Web-{96BCDEDD-ACAD-C1D2-0F8B-36DE160AD8E8}" dt="2026-02-20T00:34:09.841" v="132"/>
          <ac:spMkLst>
            <pc:docMk/>
            <pc:sldMk cId="109857222" sldId="256"/>
            <ac:spMk id="18" creationId="{646B67A4-D328-4747-A82B-65E84FA46368}"/>
          </ac:spMkLst>
        </pc:spChg>
        <pc:spChg chg="add">
          <ac:chgData name="Nicholson, Akeem" userId="S::akeem.nicholson@snhu.edu::4dc182e5-b0ae-461e-981c-2f3335d115af" providerId="AD" clId="Web-{96BCDEDD-ACAD-C1D2-0F8B-36DE160AD8E8}" dt="2026-02-20T00:34:09.841" v="132"/>
          <ac:spMkLst>
            <pc:docMk/>
            <pc:sldMk cId="109857222" sldId="256"/>
            <ac:spMk id="20" creationId="{B5A1B09C-1565-46F8-B70F-621C5EB48A09}"/>
          </ac:spMkLst>
        </pc:spChg>
        <pc:spChg chg="add">
          <ac:chgData name="Nicholson, Akeem" userId="S::akeem.nicholson@snhu.edu::4dc182e5-b0ae-461e-981c-2f3335d115af" providerId="AD" clId="Web-{96BCDEDD-ACAD-C1D2-0F8B-36DE160AD8E8}" dt="2026-02-20T00:34:09.841" v="132"/>
          <ac:spMkLst>
            <pc:docMk/>
            <pc:sldMk cId="109857222" sldId="256"/>
            <ac:spMk id="22" creationId="{8C516CC8-80AC-446C-A56E-9F54B7210402}"/>
          </ac:spMkLst>
        </pc:spChg>
      </pc:sldChg>
      <pc:sldChg chg="addSp delSp modSp new mod setBg modNotes">
        <pc:chgData name="Nicholson, Akeem" userId="S::akeem.nicholson@snhu.edu::4dc182e5-b0ae-461e-981c-2f3335d115af" providerId="AD" clId="Web-{96BCDEDD-ACAD-C1D2-0F8B-36DE160AD8E8}" dt="2026-02-20T00:38:48.362" v="155"/>
        <pc:sldMkLst>
          <pc:docMk/>
          <pc:sldMk cId="3118426642" sldId="257"/>
        </pc:sldMkLst>
        <pc:spChg chg="mod">
          <ac:chgData name="Nicholson, Akeem" userId="S::akeem.nicholson@snhu.edu::4dc182e5-b0ae-461e-981c-2f3335d115af" providerId="AD" clId="Web-{96BCDEDD-ACAD-C1D2-0F8B-36DE160AD8E8}" dt="2026-02-20T00:34:15.607" v="133"/>
          <ac:spMkLst>
            <pc:docMk/>
            <pc:sldMk cId="3118426642" sldId="257"/>
            <ac:spMk id="2" creationId="{393FEA62-7E89-DB71-81E8-3032AD969D61}"/>
          </ac:spMkLst>
        </pc:spChg>
        <pc:spChg chg="del mod">
          <ac:chgData name="Nicholson, Akeem" userId="S::akeem.nicholson@snhu.edu::4dc182e5-b0ae-461e-981c-2f3335d115af" providerId="AD" clId="Web-{96BCDEDD-ACAD-C1D2-0F8B-36DE160AD8E8}" dt="2026-02-20T00:34:15.607" v="133"/>
          <ac:spMkLst>
            <pc:docMk/>
            <pc:sldMk cId="3118426642" sldId="257"/>
            <ac:spMk id="3" creationId="{1D5F2869-F5E0-DD72-09E9-B33B7CA746E0}"/>
          </ac:spMkLst>
        </pc:spChg>
        <pc:spChg chg="add">
          <ac:chgData name="Nicholson, Akeem" userId="S::akeem.nicholson@snhu.edu::4dc182e5-b0ae-461e-981c-2f3335d115af" providerId="AD" clId="Web-{96BCDEDD-ACAD-C1D2-0F8B-36DE160AD8E8}" dt="2026-02-20T00:34:15.607" v="133"/>
          <ac:spMkLst>
            <pc:docMk/>
            <pc:sldMk cId="3118426642" sldId="257"/>
            <ac:spMk id="9" creationId="{BACC6370-2D7E-4714-9D71-7542949D7D5D}"/>
          </ac:spMkLst>
        </pc:spChg>
        <pc:spChg chg="add">
          <ac:chgData name="Nicholson, Akeem" userId="S::akeem.nicholson@snhu.edu::4dc182e5-b0ae-461e-981c-2f3335d115af" providerId="AD" clId="Web-{96BCDEDD-ACAD-C1D2-0F8B-36DE160AD8E8}" dt="2026-02-20T00:34:15.607" v="133"/>
          <ac:spMkLst>
            <pc:docMk/>
            <pc:sldMk cId="3118426642" sldId="257"/>
            <ac:spMk id="11" creationId="{F68B3F68-107C-434F-AA38-110D5EA91B85}"/>
          </ac:spMkLst>
        </pc:spChg>
        <pc:spChg chg="add">
          <ac:chgData name="Nicholson, Akeem" userId="S::akeem.nicholson@snhu.edu::4dc182e5-b0ae-461e-981c-2f3335d115af" providerId="AD" clId="Web-{96BCDEDD-ACAD-C1D2-0F8B-36DE160AD8E8}" dt="2026-02-20T00:34:15.607" v="133"/>
          <ac:spMkLst>
            <pc:docMk/>
            <pc:sldMk cId="3118426642" sldId="257"/>
            <ac:spMk id="13" creationId="{AAD0DBB9-1A4B-4391-81D4-CB19F9AB918A}"/>
          </ac:spMkLst>
        </pc:spChg>
        <pc:spChg chg="add">
          <ac:chgData name="Nicholson, Akeem" userId="S::akeem.nicholson@snhu.edu::4dc182e5-b0ae-461e-981c-2f3335d115af" providerId="AD" clId="Web-{96BCDEDD-ACAD-C1D2-0F8B-36DE160AD8E8}" dt="2026-02-20T00:34:15.607" v="133"/>
          <ac:spMkLst>
            <pc:docMk/>
            <pc:sldMk cId="3118426642" sldId="257"/>
            <ac:spMk id="15" creationId="{063BBA22-50EA-4C4D-BE05-F1CE4E63AA56}"/>
          </ac:spMkLst>
        </pc:spChg>
        <pc:graphicFrameChg chg="add">
          <ac:chgData name="Nicholson, Akeem" userId="S::akeem.nicholson@snhu.edu::4dc182e5-b0ae-461e-981c-2f3335d115af" providerId="AD" clId="Web-{96BCDEDD-ACAD-C1D2-0F8B-36DE160AD8E8}" dt="2026-02-20T00:34:15.607" v="133"/>
          <ac:graphicFrameMkLst>
            <pc:docMk/>
            <pc:sldMk cId="3118426642" sldId="257"/>
            <ac:graphicFrameMk id="5" creationId="{3C10AA69-CDD2-AC2A-9053-DE648AC43E1F}"/>
          </ac:graphicFrameMkLst>
        </pc:graphicFrameChg>
      </pc:sldChg>
      <pc:sldChg chg="addSp modSp new mod setBg modNotes">
        <pc:chgData name="Nicholson, Akeem" userId="S::akeem.nicholson@snhu.edu::4dc182e5-b0ae-461e-981c-2f3335d115af" providerId="AD" clId="Web-{96BCDEDD-ACAD-C1D2-0F8B-36DE160AD8E8}" dt="2026-02-20T00:39:14.425" v="161"/>
        <pc:sldMkLst>
          <pc:docMk/>
          <pc:sldMk cId="388434269" sldId="258"/>
        </pc:sldMkLst>
        <pc:spChg chg="mod">
          <ac:chgData name="Nicholson, Akeem" userId="S::akeem.nicholson@snhu.edu::4dc182e5-b0ae-461e-981c-2f3335d115af" providerId="AD" clId="Web-{96BCDEDD-ACAD-C1D2-0F8B-36DE160AD8E8}" dt="2026-02-20T00:34:21.451" v="134"/>
          <ac:spMkLst>
            <pc:docMk/>
            <pc:sldMk cId="388434269" sldId="258"/>
            <ac:spMk id="2" creationId="{3C71E172-640C-5B52-766A-D7205412C516}"/>
          </ac:spMkLst>
        </pc:spChg>
        <pc:spChg chg="mod">
          <ac:chgData name="Nicholson, Akeem" userId="S::akeem.nicholson@snhu.edu::4dc182e5-b0ae-461e-981c-2f3335d115af" providerId="AD" clId="Web-{96BCDEDD-ACAD-C1D2-0F8B-36DE160AD8E8}" dt="2026-02-20T00:34:21.451" v="134"/>
          <ac:spMkLst>
            <pc:docMk/>
            <pc:sldMk cId="388434269" sldId="258"/>
            <ac:spMk id="3" creationId="{F32EA1A0-67A4-4F2B-FFAD-75273A0EAD1A}"/>
          </ac:spMkLst>
        </pc:spChg>
        <pc:spChg chg="add">
          <ac:chgData name="Nicholson, Akeem" userId="S::akeem.nicholson@snhu.edu::4dc182e5-b0ae-461e-981c-2f3335d115af" providerId="AD" clId="Web-{96BCDEDD-ACAD-C1D2-0F8B-36DE160AD8E8}" dt="2026-02-20T00:34:21.451" v="134"/>
          <ac:spMkLst>
            <pc:docMk/>
            <pc:sldMk cId="388434269" sldId="258"/>
            <ac:spMk id="9" creationId="{9F7D5CDA-D291-4307-BF55-1381FED29634}"/>
          </ac:spMkLst>
        </pc:spChg>
        <pc:spChg chg="add">
          <ac:chgData name="Nicholson, Akeem" userId="S::akeem.nicholson@snhu.edu::4dc182e5-b0ae-461e-981c-2f3335d115af" providerId="AD" clId="Web-{96BCDEDD-ACAD-C1D2-0F8B-36DE160AD8E8}" dt="2026-02-20T00:34:21.451" v="134"/>
          <ac:spMkLst>
            <pc:docMk/>
            <pc:sldMk cId="388434269" sldId="258"/>
            <ac:spMk id="11" creationId="{59B296B9-C5A5-4E4F-9B60-C907B5F1466C}"/>
          </ac:spMkLst>
        </pc:spChg>
        <pc:spChg chg="add">
          <ac:chgData name="Nicholson, Akeem" userId="S::akeem.nicholson@snhu.edu::4dc182e5-b0ae-461e-981c-2f3335d115af" providerId="AD" clId="Web-{96BCDEDD-ACAD-C1D2-0F8B-36DE160AD8E8}" dt="2026-02-20T00:34:21.451" v="134"/>
          <ac:spMkLst>
            <pc:docMk/>
            <pc:sldMk cId="388434269" sldId="258"/>
            <ac:spMk id="13" creationId="{D0300FD3-5AF1-6305-15FA-9078072672E2}"/>
          </ac:spMkLst>
        </pc:spChg>
        <pc:picChg chg="add">
          <ac:chgData name="Nicholson, Akeem" userId="S::akeem.nicholson@snhu.edu::4dc182e5-b0ae-461e-981c-2f3335d115af" providerId="AD" clId="Web-{96BCDEDD-ACAD-C1D2-0F8B-36DE160AD8E8}" dt="2026-02-20T00:34:21.451" v="134"/>
          <ac:picMkLst>
            <pc:docMk/>
            <pc:sldMk cId="388434269" sldId="258"/>
            <ac:picMk id="5" creationId="{A986B96B-D0C9-B007-2779-0C1327DF66A5}"/>
          </ac:picMkLst>
        </pc:picChg>
      </pc:sldChg>
      <pc:sldChg chg="addSp modSp new mod setBg modNotes">
        <pc:chgData name="Nicholson, Akeem" userId="S::akeem.nicholson@snhu.edu::4dc182e5-b0ae-461e-981c-2f3335d115af" providerId="AD" clId="Web-{96BCDEDD-ACAD-C1D2-0F8B-36DE160AD8E8}" dt="2026-02-20T00:39:28.831" v="164"/>
        <pc:sldMkLst>
          <pc:docMk/>
          <pc:sldMk cId="3992150282" sldId="259"/>
        </pc:sldMkLst>
        <pc:spChg chg="mod">
          <ac:chgData name="Nicholson, Akeem" userId="S::akeem.nicholson@snhu.edu::4dc182e5-b0ae-461e-981c-2f3335d115af" providerId="AD" clId="Web-{96BCDEDD-ACAD-C1D2-0F8B-36DE160AD8E8}" dt="2026-02-20T00:34:33.764" v="136"/>
          <ac:spMkLst>
            <pc:docMk/>
            <pc:sldMk cId="3992150282" sldId="259"/>
            <ac:spMk id="2" creationId="{81E42089-27DF-F348-5D27-2340322212FA}"/>
          </ac:spMkLst>
        </pc:spChg>
        <pc:spChg chg="mod">
          <ac:chgData name="Nicholson, Akeem" userId="S::akeem.nicholson@snhu.edu::4dc182e5-b0ae-461e-981c-2f3335d115af" providerId="AD" clId="Web-{96BCDEDD-ACAD-C1D2-0F8B-36DE160AD8E8}" dt="2026-02-20T00:34:33.764" v="136"/>
          <ac:spMkLst>
            <pc:docMk/>
            <pc:sldMk cId="3992150282" sldId="259"/>
            <ac:spMk id="3" creationId="{DA36660D-9E5A-13AC-4CD2-D28655A3362D}"/>
          </ac:spMkLst>
        </pc:spChg>
        <pc:spChg chg="add">
          <ac:chgData name="Nicholson, Akeem" userId="S::akeem.nicholson@snhu.edu::4dc182e5-b0ae-461e-981c-2f3335d115af" providerId="AD" clId="Web-{96BCDEDD-ACAD-C1D2-0F8B-36DE160AD8E8}" dt="2026-02-20T00:34:33.764" v="136"/>
          <ac:spMkLst>
            <pc:docMk/>
            <pc:sldMk cId="3992150282" sldId="259"/>
            <ac:spMk id="9" creationId="{9F7D5CDA-D291-4307-BF55-1381FED29634}"/>
          </ac:spMkLst>
        </pc:spChg>
        <pc:picChg chg="add">
          <ac:chgData name="Nicholson, Akeem" userId="S::akeem.nicholson@snhu.edu::4dc182e5-b0ae-461e-981c-2f3335d115af" providerId="AD" clId="Web-{96BCDEDD-ACAD-C1D2-0F8B-36DE160AD8E8}" dt="2026-02-20T00:34:33.764" v="136"/>
          <ac:picMkLst>
            <pc:docMk/>
            <pc:sldMk cId="3992150282" sldId="259"/>
            <ac:picMk id="5" creationId="{3790199D-6112-FA84-FD15-2A2EC8B2F2A9}"/>
          </ac:picMkLst>
        </pc:picChg>
      </pc:sldChg>
      <pc:sldChg chg="addSp delSp modSp new mod setBg modNotes">
        <pc:chgData name="Nicholson, Akeem" userId="S::akeem.nicholson@snhu.edu::4dc182e5-b0ae-461e-981c-2f3335d115af" providerId="AD" clId="Web-{96BCDEDD-ACAD-C1D2-0F8B-36DE160AD8E8}" dt="2026-02-20T00:38:29.018" v="153"/>
        <pc:sldMkLst>
          <pc:docMk/>
          <pc:sldMk cId="2491695320" sldId="260"/>
        </pc:sldMkLst>
        <pc:spChg chg="mod">
          <ac:chgData name="Nicholson, Akeem" userId="S::akeem.nicholson@snhu.edu::4dc182e5-b0ae-461e-981c-2f3335d115af" providerId="AD" clId="Web-{96BCDEDD-ACAD-C1D2-0F8B-36DE160AD8E8}" dt="2026-02-20T00:35:14.140" v="139"/>
          <ac:spMkLst>
            <pc:docMk/>
            <pc:sldMk cId="2491695320" sldId="260"/>
            <ac:spMk id="2" creationId="{B348EACA-DE16-3245-1D7B-8C390505C39F}"/>
          </ac:spMkLst>
        </pc:spChg>
        <pc:spChg chg="del mod">
          <ac:chgData name="Nicholson, Akeem" userId="S::akeem.nicholson@snhu.edu::4dc182e5-b0ae-461e-981c-2f3335d115af" providerId="AD" clId="Web-{96BCDEDD-ACAD-C1D2-0F8B-36DE160AD8E8}" dt="2026-02-20T00:35:14.140" v="139"/>
          <ac:spMkLst>
            <pc:docMk/>
            <pc:sldMk cId="2491695320" sldId="260"/>
            <ac:spMk id="3" creationId="{396D8ABD-945F-8856-584E-B187EC535EE9}"/>
          </ac:spMkLst>
        </pc:spChg>
        <pc:spChg chg="add del">
          <ac:chgData name="Nicholson, Akeem" userId="S::akeem.nicholson@snhu.edu::4dc182e5-b0ae-461e-981c-2f3335d115af" providerId="AD" clId="Web-{96BCDEDD-ACAD-C1D2-0F8B-36DE160AD8E8}" dt="2026-02-20T00:35:14.108" v="138"/>
          <ac:spMkLst>
            <pc:docMk/>
            <pc:sldMk cId="2491695320" sldId="260"/>
            <ac:spMk id="8" creationId="{907EF6B7-1338-4443-8C46-6A318D952DFD}"/>
          </ac:spMkLst>
        </pc:spChg>
        <pc:spChg chg="add">
          <ac:chgData name="Nicholson, Akeem" userId="S::akeem.nicholson@snhu.edu::4dc182e5-b0ae-461e-981c-2f3335d115af" providerId="AD" clId="Web-{96BCDEDD-ACAD-C1D2-0F8B-36DE160AD8E8}" dt="2026-02-20T00:35:14.140" v="139"/>
          <ac:spMkLst>
            <pc:docMk/>
            <pc:sldMk cId="2491695320" sldId="260"/>
            <ac:spMk id="9" creationId="{BACC6370-2D7E-4714-9D71-7542949D7D5D}"/>
          </ac:spMkLst>
        </pc:spChg>
        <pc:spChg chg="add del">
          <ac:chgData name="Nicholson, Akeem" userId="S::akeem.nicholson@snhu.edu::4dc182e5-b0ae-461e-981c-2f3335d115af" providerId="AD" clId="Web-{96BCDEDD-ACAD-C1D2-0F8B-36DE160AD8E8}" dt="2026-02-20T00:35:14.108" v="138"/>
          <ac:spMkLst>
            <pc:docMk/>
            <pc:sldMk cId="2491695320" sldId="260"/>
            <ac:spMk id="10" creationId="{DAAE4CDD-124C-4DCF-9584-B6033B545DD5}"/>
          </ac:spMkLst>
        </pc:spChg>
        <pc:spChg chg="add">
          <ac:chgData name="Nicholson, Akeem" userId="S::akeem.nicholson@snhu.edu::4dc182e5-b0ae-461e-981c-2f3335d115af" providerId="AD" clId="Web-{96BCDEDD-ACAD-C1D2-0F8B-36DE160AD8E8}" dt="2026-02-20T00:35:14.140" v="139"/>
          <ac:spMkLst>
            <pc:docMk/>
            <pc:sldMk cId="2491695320" sldId="260"/>
            <ac:spMk id="11" creationId="{256B2C21-A230-48C0-8DF1-C46611373C44}"/>
          </ac:spMkLst>
        </pc:spChg>
        <pc:spChg chg="add del">
          <ac:chgData name="Nicholson, Akeem" userId="S::akeem.nicholson@snhu.edu::4dc182e5-b0ae-461e-981c-2f3335d115af" providerId="AD" clId="Web-{96BCDEDD-ACAD-C1D2-0F8B-36DE160AD8E8}" dt="2026-02-20T00:35:14.108" v="138"/>
          <ac:spMkLst>
            <pc:docMk/>
            <pc:sldMk cId="2491695320" sldId="260"/>
            <ac:spMk id="12" creationId="{081E4A58-353D-44AE-B2FC-2A74E2E400F7}"/>
          </ac:spMkLst>
        </pc:spChg>
        <pc:spChg chg="add">
          <ac:chgData name="Nicholson, Akeem" userId="S::akeem.nicholson@snhu.edu::4dc182e5-b0ae-461e-981c-2f3335d115af" providerId="AD" clId="Web-{96BCDEDD-ACAD-C1D2-0F8B-36DE160AD8E8}" dt="2026-02-20T00:35:14.140" v="139"/>
          <ac:spMkLst>
            <pc:docMk/>
            <pc:sldMk cId="2491695320" sldId="260"/>
            <ac:spMk id="13" creationId="{3847E18C-932D-4C95-AABA-FEC7C9499AD7}"/>
          </ac:spMkLst>
        </pc:spChg>
        <pc:spChg chg="add">
          <ac:chgData name="Nicholson, Akeem" userId="S::akeem.nicholson@snhu.edu::4dc182e5-b0ae-461e-981c-2f3335d115af" providerId="AD" clId="Web-{96BCDEDD-ACAD-C1D2-0F8B-36DE160AD8E8}" dt="2026-02-20T00:35:14.140" v="139"/>
          <ac:spMkLst>
            <pc:docMk/>
            <pc:sldMk cId="2491695320" sldId="260"/>
            <ac:spMk id="15" creationId="{3150CB11-0C61-439E-910F-5787759E72A0}"/>
          </ac:spMkLst>
        </pc:spChg>
        <pc:spChg chg="add">
          <ac:chgData name="Nicholson, Akeem" userId="S::akeem.nicholson@snhu.edu::4dc182e5-b0ae-461e-981c-2f3335d115af" providerId="AD" clId="Web-{96BCDEDD-ACAD-C1D2-0F8B-36DE160AD8E8}" dt="2026-02-20T00:35:14.140" v="139"/>
          <ac:spMkLst>
            <pc:docMk/>
            <pc:sldMk cId="2491695320" sldId="260"/>
            <ac:spMk id="17" creationId="{43F8A58B-5155-44CE-A5FF-7647B47D0A7A}"/>
          </ac:spMkLst>
        </pc:spChg>
        <pc:spChg chg="add">
          <ac:chgData name="Nicholson, Akeem" userId="S::akeem.nicholson@snhu.edu::4dc182e5-b0ae-461e-981c-2f3335d115af" providerId="AD" clId="Web-{96BCDEDD-ACAD-C1D2-0F8B-36DE160AD8E8}" dt="2026-02-20T00:35:14.140" v="139"/>
          <ac:spMkLst>
            <pc:docMk/>
            <pc:sldMk cId="2491695320" sldId="260"/>
            <ac:spMk id="19" creationId="{443F2ACA-E6D6-4028-82DD-F03C262D5DE6}"/>
          </ac:spMkLst>
        </pc:spChg>
        <pc:graphicFrameChg chg="add">
          <ac:chgData name="Nicholson, Akeem" userId="S::akeem.nicholson@snhu.edu::4dc182e5-b0ae-461e-981c-2f3335d115af" providerId="AD" clId="Web-{96BCDEDD-ACAD-C1D2-0F8B-36DE160AD8E8}" dt="2026-02-20T00:35:14.140" v="139"/>
          <ac:graphicFrameMkLst>
            <pc:docMk/>
            <pc:sldMk cId="2491695320" sldId="260"/>
            <ac:graphicFrameMk id="5" creationId="{D0AAF790-EC0A-12E2-2850-B4F6E36DCD8F}"/>
          </ac:graphicFrameMkLst>
        </pc:graphicFrameChg>
      </pc:sldChg>
      <pc:sldChg chg="addSp delSp modSp new mod setBg modNotes">
        <pc:chgData name="Nicholson, Akeem" userId="S::akeem.nicholson@snhu.edu::4dc182e5-b0ae-461e-981c-2f3335d115af" providerId="AD" clId="Web-{96BCDEDD-ACAD-C1D2-0F8B-36DE160AD8E8}" dt="2026-02-20T00:37:49.330" v="148"/>
        <pc:sldMkLst>
          <pc:docMk/>
          <pc:sldMk cId="1231059772" sldId="261"/>
        </pc:sldMkLst>
        <pc:spChg chg="mod">
          <ac:chgData name="Nicholson, Akeem" userId="S::akeem.nicholson@snhu.edu::4dc182e5-b0ae-461e-981c-2f3335d115af" providerId="AD" clId="Web-{96BCDEDD-ACAD-C1D2-0F8B-36DE160AD8E8}" dt="2026-02-20T00:34:28.061" v="135"/>
          <ac:spMkLst>
            <pc:docMk/>
            <pc:sldMk cId="1231059772" sldId="261"/>
            <ac:spMk id="2" creationId="{4AAED48D-7567-C555-96E4-822795B5AD44}"/>
          </ac:spMkLst>
        </pc:spChg>
        <pc:spChg chg="del mod">
          <ac:chgData name="Nicholson, Akeem" userId="S::akeem.nicholson@snhu.edu::4dc182e5-b0ae-461e-981c-2f3335d115af" providerId="AD" clId="Web-{96BCDEDD-ACAD-C1D2-0F8B-36DE160AD8E8}" dt="2026-02-20T00:28:42.034" v="57"/>
          <ac:spMkLst>
            <pc:docMk/>
            <pc:sldMk cId="1231059772" sldId="261"/>
            <ac:spMk id="3" creationId="{8311311C-A015-941F-55D9-0EB970B1F8EE}"/>
          </ac:spMkLst>
        </pc:spChg>
        <pc:spChg chg="add del">
          <ac:chgData name="Nicholson, Akeem" userId="S::akeem.nicholson@snhu.edu::4dc182e5-b0ae-461e-981c-2f3335d115af" providerId="AD" clId="Web-{96BCDEDD-ACAD-C1D2-0F8B-36DE160AD8E8}" dt="2026-02-20T00:31:40.760" v="109"/>
          <ac:spMkLst>
            <pc:docMk/>
            <pc:sldMk cId="1231059772" sldId="261"/>
            <ac:spMk id="5" creationId="{12325106-42B6-F100-50B6-F2B9BE6C0575}"/>
          </ac:spMkLst>
        </pc:spChg>
        <pc:spChg chg="add mod">
          <ac:chgData name="Nicholson, Akeem" userId="S::akeem.nicholson@snhu.edu::4dc182e5-b0ae-461e-981c-2f3335d115af" providerId="AD" clId="Web-{96BCDEDD-ACAD-C1D2-0F8B-36DE160AD8E8}" dt="2026-02-20T00:34:28.061" v="135"/>
          <ac:spMkLst>
            <pc:docMk/>
            <pc:sldMk cId="1231059772" sldId="261"/>
            <ac:spMk id="6" creationId="{F1C96DCF-DD06-5E57-D8D9-C13258F395C7}"/>
          </ac:spMkLst>
        </pc:spChg>
        <pc:spChg chg="add">
          <ac:chgData name="Nicholson, Akeem" userId="S::akeem.nicholson@snhu.edu::4dc182e5-b0ae-461e-981c-2f3335d115af" providerId="AD" clId="Web-{96BCDEDD-ACAD-C1D2-0F8B-36DE160AD8E8}" dt="2026-02-20T00:34:28.061" v="135"/>
          <ac:spMkLst>
            <pc:docMk/>
            <pc:sldMk cId="1231059772" sldId="261"/>
            <ac:spMk id="11" creationId="{DBC6133C-0615-4CE4-9132-37E609A9BDFA}"/>
          </ac:spMkLst>
        </pc:spChg>
        <pc:spChg chg="add">
          <ac:chgData name="Nicholson, Akeem" userId="S::akeem.nicholson@snhu.edu::4dc182e5-b0ae-461e-981c-2f3335d115af" providerId="AD" clId="Web-{96BCDEDD-ACAD-C1D2-0F8B-36DE160AD8E8}" dt="2026-02-20T00:34:28.061" v="135"/>
          <ac:spMkLst>
            <pc:docMk/>
            <pc:sldMk cId="1231059772" sldId="261"/>
            <ac:spMk id="13" creationId="{169CC832-2974-4E8D-90ED-3E2941BA7336}"/>
          </ac:spMkLst>
        </pc:spChg>
        <pc:spChg chg="add">
          <ac:chgData name="Nicholson, Akeem" userId="S::akeem.nicholson@snhu.edu::4dc182e5-b0ae-461e-981c-2f3335d115af" providerId="AD" clId="Web-{96BCDEDD-ACAD-C1D2-0F8B-36DE160AD8E8}" dt="2026-02-20T00:34:28.061" v="135"/>
          <ac:spMkLst>
            <pc:docMk/>
            <pc:sldMk cId="1231059772" sldId="261"/>
            <ac:spMk id="15" creationId="{55222F96-971A-4F90-B841-6BAB416C7AC1}"/>
          </ac:spMkLst>
        </pc:spChg>
        <pc:spChg chg="add">
          <ac:chgData name="Nicholson, Akeem" userId="S::akeem.nicholson@snhu.edu::4dc182e5-b0ae-461e-981c-2f3335d115af" providerId="AD" clId="Web-{96BCDEDD-ACAD-C1D2-0F8B-36DE160AD8E8}" dt="2026-02-20T00:34:28.061" v="135"/>
          <ac:spMkLst>
            <pc:docMk/>
            <pc:sldMk cId="1231059772" sldId="261"/>
            <ac:spMk id="17" creationId="{08980754-6F4B-43C9-B9BE-127B6BED6586}"/>
          </ac:spMkLst>
        </pc:spChg>
        <pc:spChg chg="add">
          <ac:chgData name="Nicholson, Akeem" userId="S::akeem.nicholson@snhu.edu::4dc182e5-b0ae-461e-981c-2f3335d115af" providerId="AD" clId="Web-{96BCDEDD-ACAD-C1D2-0F8B-36DE160AD8E8}" dt="2026-02-20T00:34:28.061" v="135"/>
          <ac:spMkLst>
            <pc:docMk/>
            <pc:sldMk cId="1231059772" sldId="261"/>
            <ac:spMk id="19" creationId="{2C1BBA94-3F40-40AA-8BB9-E69E25E537C1}"/>
          </ac:spMkLst>
        </pc:spChg>
        <pc:graphicFrameChg chg="add mod ord modGraphic">
          <ac:chgData name="Nicholson, Akeem" userId="S::akeem.nicholson@snhu.edu::4dc182e5-b0ae-461e-981c-2f3335d115af" providerId="AD" clId="Web-{96BCDEDD-ACAD-C1D2-0F8B-36DE160AD8E8}" dt="2026-02-20T00:34:28.061" v="135"/>
          <ac:graphicFrameMkLst>
            <pc:docMk/>
            <pc:sldMk cId="1231059772" sldId="261"/>
            <ac:graphicFrameMk id="4" creationId="{1E98DB84-88C1-9D7A-E8F7-EB4B721B3A4A}"/>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4E1712-5F9B-4EEE-8E23-D1E5CF70D49B}"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2B22DC36-5E29-427C-80B7-21E28C151E33}">
      <dgm:prSet/>
      <dgm:spPr/>
      <dgm:t>
        <a:bodyPr/>
        <a:lstStyle/>
        <a:p>
          <a:pPr>
            <a:defRPr b="1"/>
          </a:pPr>
          <a:r>
            <a:rPr lang="en-GB" b="1"/>
            <a:t>Product Owner</a:t>
          </a:r>
          <a:endParaRPr lang="en-US"/>
        </a:p>
      </dgm:t>
    </dgm:pt>
    <dgm:pt modelId="{4C04DB71-1405-40E0-94A7-A661EC6D6D9C}" type="parTrans" cxnId="{36FDC64F-46FF-4479-A08D-C9D6357AFC1E}">
      <dgm:prSet/>
      <dgm:spPr/>
      <dgm:t>
        <a:bodyPr/>
        <a:lstStyle/>
        <a:p>
          <a:endParaRPr lang="en-US"/>
        </a:p>
      </dgm:t>
    </dgm:pt>
    <dgm:pt modelId="{1F534D7F-4F4E-4780-84F3-4E1179840F29}" type="sibTrans" cxnId="{36FDC64F-46FF-4479-A08D-C9D6357AFC1E}">
      <dgm:prSet/>
      <dgm:spPr/>
      <dgm:t>
        <a:bodyPr/>
        <a:lstStyle/>
        <a:p>
          <a:endParaRPr lang="en-US"/>
        </a:p>
      </dgm:t>
    </dgm:pt>
    <dgm:pt modelId="{0EF9C0F0-400F-4D33-A4C8-40846F90615C}">
      <dgm:prSet/>
      <dgm:spPr/>
      <dgm:t>
        <a:bodyPr/>
        <a:lstStyle/>
        <a:p>
          <a:r>
            <a:rPr lang="en-GB"/>
            <a:t>Manages product backlog</a:t>
          </a:r>
          <a:endParaRPr lang="en-US"/>
        </a:p>
      </dgm:t>
    </dgm:pt>
    <dgm:pt modelId="{1591CDC6-01E4-4E7B-A19F-57137A85D261}" type="parTrans" cxnId="{3A77498C-DD82-4ECB-9792-63BF91A52A60}">
      <dgm:prSet/>
      <dgm:spPr/>
      <dgm:t>
        <a:bodyPr/>
        <a:lstStyle/>
        <a:p>
          <a:endParaRPr lang="en-US"/>
        </a:p>
      </dgm:t>
    </dgm:pt>
    <dgm:pt modelId="{366B94DD-A97A-4433-837E-951480DBFF8B}" type="sibTrans" cxnId="{3A77498C-DD82-4ECB-9792-63BF91A52A60}">
      <dgm:prSet/>
      <dgm:spPr/>
      <dgm:t>
        <a:bodyPr/>
        <a:lstStyle/>
        <a:p>
          <a:endParaRPr lang="en-US"/>
        </a:p>
      </dgm:t>
    </dgm:pt>
    <dgm:pt modelId="{29C74547-26B8-4F9A-B3A6-788293E8C43E}">
      <dgm:prSet/>
      <dgm:spPr/>
      <dgm:t>
        <a:bodyPr/>
        <a:lstStyle/>
        <a:p>
          <a:r>
            <a:rPr lang="en-GB"/>
            <a:t>Prioritizes business value</a:t>
          </a:r>
          <a:endParaRPr lang="en-US"/>
        </a:p>
      </dgm:t>
    </dgm:pt>
    <dgm:pt modelId="{60EC0B54-C481-472F-8EF4-B6D5879F7C3D}" type="parTrans" cxnId="{F5F8EFBD-D3D9-4A44-ADCE-C4B2DDD934ED}">
      <dgm:prSet/>
      <dgm:spPr/>
      <dgm:t>
        <a:bodyPr/>
        <a:lstStyle/>
        <a:p>
          <a:endParaRPr lang="en-US"/>
        </a:p>
      </dgm:t>
    </dgm:pt>
    <dgm:pt modelId="{FA0E529B-48F6-42DD-96BC-2130463004C4}" type="sibTrans" cxnId="{F5F8EFBD-D3D9-4A44-ADCE-C4B2DDD934ED}">
      <dgm:prSet/>
      <dgm:spPr/>
      <dgm:t>
        <a:bodyPr/>
        <a:lstStyle/>
        <a:p>
          <a:endParaRPr lang="en-US"/>
        </a:p>
      </dgm:t>
    </dgm:pt>
    <dgm:pt modelId="{0E05CD1B-233C-4C7A-A869-5DBF4858A979}">
      <dgm:prSet/>
      <dgm:spPr/>
      <dgm:t>
        <a:bodyPr/>
        <a:lstStyle/>
        <a:p>
          <a:r>
            <a:rPr lang="en-GB"/>
            <a:t>Represents stakeholders</a:t>
          </a:r>
          <a:endParaRPr lang="en-US"/>
        </a:p>
      </dgm:t>
    </dgm:pt>
    <dgm:pt modelId="{D1AB7137-1B04-4849-883C-92273EC38900}" type="parTrans" cxnId="{D9663190-4740-4080-B069-C2885DF50299}">
      <dgm:prSet/>
      <dgm:spPr/>
      <dgm:t>
        <a:bodyPr/>
        <a:lstStyle/>
        <a:p>
          <a:endParaRPr lang="en-US"/>
        </a:p>
      </dgm:t>
    </dgm:pt>
    <dgm:pt modelId="{D7113A0F-9FA1-474C-BD39-789F974C6A61}" type="sibTrans" cxnId="{D9663190-4740-4080-B069-C2885DF50299}">
      <dgm:prSet/>
      <dgm:spPr/>
      <dgm:t>
        <a:bodyPr/>
        <a:lstStyle/>
        <a:p>
          <a:endParaRPr lang="en-US"/>
        </a:p>
      </dgm:t>
    </dgm:pt>
    <dgm:pt modelId="{445BAF44-BB4B-4B7A-99F3-FF15B1107B83}">
      <dgm:prSet/>
      <dgm:spPr/>
      <dgm:t>
        <a:bodyPr/>
        <a:lstStyle/>
        <a:p>
          <a:pPr>
            <a:defRPr b="1"/>
          </a:pPr>
          <a:r>
            <a:rPr lang="en-GB" b="1"/>
            <a:t>Scrum Master</a:t>
          </a:r>
          <a:endParaRPr lang="en-US"/>
        </a:p>
      </dgm:t>
    </dgm:pt>
    <dgm:pt modelId="{3C852C4D-E5FC-48F1-9C59-1437D1186721}" type="parTrans" cxnId="{8CB98F67-A7A1-4990-B5FF-B2BB46E8E589}">
      <dgm:prSet/>
      <dgm:spPr/>
      <dgm:t>
        <a:bodyPr/>
        <a:lstStyle/>
        <a:p>
          <a:endParaRPr lang="en-US"/>
        </a:p>
      </dgm:t>
    </dgm:pt>
    <dgm:pt modelId="{8553D372-EE1C-4EB1-80B4-339AB4EB6C77}" type="sibTrans" cxnId="{8CB98F67-A7A1-4990-B5FF-B2BB46E8E589}">
      <dgm:prSet/>
      <dgm:spPr/>
      <dgm:t>
        <a:bodyPr/>
        <a:lstStyle/>
        <a:p>
          <a:endParaRPr lang="en-US"/>
        </a:p>
      </dgm:t>
    </dgm:pt>
    <dgm:pt modelId="{B93D1DF1-25CA-45DF-B3F8-4BA3992F2044}">
      <dgm:prSet/>
      <dgm:spPr/>
      <dgm:t>
        <a:bodyPr/>
        <a:lstStyle/>
        <a:p>
          <a:r>
            <a:rPr lang="en-GB"/>
            <a:t>Facilitates Scrum events</a:t>
          </a:r>
          <a:endParaRPr lang="en-US"/>
        </a:p>
      </dgm:t>
    </dgm:pt>
    <dgm:pt modelId="{C5300AD7-D51E-47E2-93A8-629A0F422CB9}" type="parTrans" cxnId="{9A486F1D-4789-4581-B93B-77F684091D92}">
      <dgm:prSet/>
      <dgm:spPr/>
      <dgm:t>
        <a:bodyPr/>
        <a:lstStyle/>
        <a:p>
          <a:endParaRPr lang="en-US"/>
        </a:p>
      </dgm:t>
    </dgm:pt>
    <dgm:pt modelId="{52971F3A-F98F-4BAD-9D6B-9AFE7BFA231C}" type="sibTrans" cxnId="{9A486F1D-4789-4581-B93B-77F684091D92}">
      <dgm:prSet/>
      <dgm:spPr/>
      <dgm:t>
        <a:bodyPr/>
        <a:lstStyle/>
        <a:p>
          <a:endParaRPr lang="en-US"/>
        </a:p>
      </dgm:t>
    </dgm:pt>
    <dgm:pt modelId="{B4887977-C402-4979-B35B-6C2564AB9CBE}">
      <dgm:prSet/>
      <dgm:spPr/>
      <dgm:t>
        <a:bodyPr/>
        <a:lstStyle/>
        <a:p>
          <a:r>
            <a:rPr lang="en-GB"/>
            <a:t>Removes impediments</a:t>
          </a:r>
          <a:endParaRPr lang="en-US"/>
        </a:p>
      </dgm:t>
    </dgm:pt>
    <dgm:pt modelId="{20D3B56B-1418-4205-A0AA-A3BDCBEA41DB}" type="parTrans" cxnId="{C78D1DEA-B8B4-4B4F-A76F-C6C0366CA721}">
      <dgm:prSet/>
      <dgm:spPr/>
      <dgm:t>
        <a:bodyPr/>
        <a:lstStyle/>
        <a:p>
          <a:endParaRPr lang="en-US"/>
        </a:p>
      </dgm:t>
    </dgm:pt>
    <dgm:pt modelId="{8FB562B8-36E9-444E-B514-6E5F17191C17}" type="sibTrans" cxnId="{C78D1DEA-B8B4-4B4F-A76F-C6C0366CA721}">
      <dgm:prSet/>
      <dgm:spPr/>
      <dgm:t>
        <a:bodyPr/>
        <a:lstStyle/>
        <a:p>
          <a:endParaRPr lang="en-US"/>
        </a:p>
      </dgm:t>
    </dgm:pt>
    <dgm:pt modelId="{24E035C2-FC8D-4451-BD96-C0312F6DB160}">
      <dgm:prSet/>
      <dgm:spPr/>
      <dgm:t>
        <a:bodyPr/>
        <a:lstStyle/>
        <a:p>
          <a:r>
            <a:rPr lang="en-GB"/>
            <a:t>Protects team from disruptions</a:t>
          </a:r>
          <a:endParaRPr lang="en-US"/>
        </a:p>
      </dgm:t>
    </dgm:pt>
    <dgm:pt modelId="{AE2F0C27-BB6C-4B1B-A0B0-12B478F78934}" type="parTrans" cxnId="{0EF9769B-3722-4725-AA2F-F7F889E8991C}">
      <dgm:prSet/>
      <dgm:spPr/>
      <dgm:t>
        <a:bodyPr/>
        <a:lstStyle/>
        <a:p>
          <a:endParaRPr lang="en-US"/>
        </a:p>
      </dgm:t>
    </dgm:pt>
    <dgm:pt modelId="{837F87E6-EB9F-4A77-87BC-203AB6A4B27B}" type="sibTrans" cxnId="{0EF9769B-3722-4725-AA2F-F7F889E8991C}">
      <dgm:prSet/>
      <dgm:spPr/>
      <dgm:t>
        <a:bodyPr/>
        <a:lstStyle/>
        <a:p>
          <a:endParaRPr lang="en-US"/>
        </a:p>
      </dgm:t>
    </dgm:pt>
    <dgm:pt modelId="{09AAEC18-20BB-4EE4-8AC0-908580AA5062}">
      <dgm:prSet/>
      <dgm:spPr/>
      <dgm:t>
        <a:bodyPr/>
        <a:lstStyle/>
        <a:p>
          <a:pPr>
            <a:defRPr b="1"/>
          </a:pPr>
          <a:r>
            <a:rPr lang="en-GB" b="1"/>
            <a:t>Development Team</a:t>
          </a:r>
          <a:endParaRPr lang="en-US"/>
        </a:p>
      </dgm:t>
    </dgm:pt>
    <dgm:pt modelId="{C5D5D380-C49E-462E-B374-AD5EA7837061}" type="parTrans" cxnId="{722D3CF8-B886-429A-A7D2-B271D3F73C5F}">
      <dgm:prSet/>
      <dgm:spPr/>
      <dgm:t>
        <a:bodyPr/>
        <a:lstStyle/>
        <a:p>
          <a:endParaRPr lang="en-US"/>
        </a:p>
      </dgm:t>
    </dgm:pt>
    <dgm:pt modelId="{3E47F25E-2E5F-4F35-8B5D-9DC197874263}" type="sibTrans" cxnId="{722D3CF8-B886-429A-A7D2-B271D3F73C5F}">
      <dgm:prSet/>
      <dgm:spPr/>
      <dgm:t>
        <a:bodyPr/>
        <a:lstStyle/>
        <a:p>
          <a:endParaRPr lang="en-US"/>
        </a:p>
      </dgm:t>
    </dgm:pt>
    <dgm:pt modelId="{2585028B-FE75-4382-97E3-CC6998F7E64A}">
      <dgm:prSet/>
      <dgm:spPr/>
      <dgm:t>
        <a:bodyPr/>
        <a:lstStyle/>
        <a:p>
          <a:r>
            <a:rPr lang="en-GB"/>
            <a:t>Cross-functional</a:t>
          </a:r>
          <a:endParaRPr lang="en-US"/>
        </a:p>
      </dgm:t>
    </dgm:pt>
    <dgm:pt modelId="{664B9FCB-C4BE-49C8-AB82-BEB91BAF5155}" type="parTrans" cxnId="{2937F654-46CF-45CB-BFD4-6DFE69A42072}">
      <dgm:prSet/>
      <dgm:spPr/>
      <dgm:t>
        <a:bodyPr/>
        <a:lstStyle/>
        <a:p>
          <a:endParaRPr lang="en-US"/>
        </a:p>
      </dgm:t>
    </dgm:pt>
    <dgm:pt modelId="{4F7B6D88-5807-44EE-A07A-96D06A8747E0}" type="sibTrans" cxnId="{2937F654-46CF-45CB-BFD4-6DFE69A42072}">
      <dgm:prSet/>
      <dgm:spPr/>
      <dgm:t>
        <a:bodyPr/>
        <a:lstStyle/>
        <a:p>
          <a:endParaRPr lang="en-US"/>
        </a:p>
      </dgm:t>
    </dgm:pt>
    <dgm:pt modelId="{50BDBBA2-3E1D-414C-A1B9-8FFB13AFD0C1}">
      <dgm:prSet/>
      <dgm:spPr/>
      <dgm:t>
        <a:bodyPr/>
        <a:lstStyle/>
        <a:p>
          <a:r>
            <a:rPr lang="en-GB"/>
            <a:t>Self-organizing</a:t>
          </a:r>
          <a:endParaRPr lang="en-US"/>
        </a:p>
      </dgm:t>
    </dgm:pt>
    <dgm:pt modelId="{C141F88E-9225-4D3B-9F70-B7393800979D}" type="parTrans" cxnId="{03C85DF9-1EFB-48A2-95E7-C79C12C8DFB4}">
      <dgm:prSet/>
      <dgm:spPr/>
      <dgm:t>
        <a:bodyPr/>
        <a:lstStyle/>
        <a:p>
          <a:endParaRPr lang="en-US"/>
        </a:p>
      </dgm:t>
    </dgm:pt>
    <dgm:pt modelId="{36DFDBB8-6BFE-4607-AD26-0DF6AF00D941}" type="sibTrans" cxnId="{03C85DF9-1EFB-48A2-95E7-C79C12C8DFB4}">
      <dgm:prSet/>
      <dgm:spPr/>
      <dgm:t>
        <a:bodyPr/>
        <a:lstStyle/>
        <a:p>
          <a:endParaRPr lang="en-US"/>
        </a:p>
      </dgm:t>
    </dgm:pt>
    <dgm:pt modelId="{718978F3-6264-4199-A3EB-5F51FF452965}">
      <dgm:prSet/>
      <dgm:spPr/>
      <dgm:t>
        <a:bodyPr/>
        <a:lstStyle/>
        <a:p>
          <a:r>
            <a:rPr lang="en-GB"/>
            <a:t>Delivers working increments</a:t>
          </a:r>
          <a:endParaRPr lang="en-US"/>
        </a:p>
      </dgm:t>
    </dgm:pt>
    <dgm:pt modelId="{7B336302-EE53-4395-906B-8E2596AA8D9C}" type="parTrans" cxnId="{5ACD46F6-D309-4C6D-B071-0FD72D8E0974}">
      <dgm:prSet/>
      <dgm:spPr/>
      <dgm:t>
        <a:bodyPr/>
        <a:lstStyle/>
        <a:p>
          <a:endParaRPr lang="en-US"/>
        </a:p>
      </dgm:t>
    </dgm:pt>
    <dgm:pt modelId="{D8AEB907-575A-4D49-A24B-CDCDF17E9677}" type="sibTrans" cxnId="{5ACD46F6-D309-4C6D-B071-0FD72D8E0974}">
      <dgm:prSet/>
      <dgm:spPr/>
      <dgm:t>
        <a:bodyPr/>
        <a:lstStyle/>
        <a:p>
          <a:endParaRPr lang="en-US"/>
        </a:p>
      </dgm:t>
    </dgm:pt>
    <dgm:pt modelId="{BDEF00AF-C5A5-4991-B0E8-2105DA88EA21}" type="pres">
      <dgm:prSet presAssocID="{D04E1712-5F9B-4EEE-8E23-D1E5CF70D49B}" presName="root" presStyleCnt="0">
        <dgm:presLayoutVars>
          <dgm:dir/>
          <dgm:resizeHandles val="exact"/>
        </dgm:presLayoutVars>
      </dgm:prSet>
      <dgm:spPr/>
    </dgm:pt>
    <dgm:pt modelId="{8ABD2991-165E-4E59-838A-7F847D4EEF1E}" type="pres">
      <dgm:prSet presAssocID="{2B22DC36-5E29-427C-80B7-21E28C151E33}" presName="compNode" presStyleCnt="0"/>
      <dgm:spPr/>
    </dgm:pt>
    <dgm:pt modelId="{9772D018-5C26-4C19-9C48-B69E9FBEE471}" type="pres">
      <dgm:prSet presAssocID="{2B22DC36-5E29-427C-80B7-21E28C151E3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5660208B-AF30-4E9E-8E53-BA2C2F317266}" type="pres">
      <dgm:prSet presAssocID="{2B22DC36-5E29-427C-80B7-21E28C151E33}" presName="iconSpace" presStyleCnt="0"/>
      <dgm:spPr/>
    </dgm:pt>
    <dgm:pt modelId="{4C2C2653-9234-4F86-90B1-1D2AF2485026}" type="pres">
      <dgm:prSet presAssocID="{2B22DC36-5E29-427C-80B7-21E28C151E33}" presName="parTx" presStyleLbl="revTx" presStyleIdx="0" presStyleCnt="6">
        <dgm:presLayoutVars>
          <dgm:chMax val="0"/>
          <dgm:chPref val="0"/>
        </dgm:presLayoutVars>
      </dgm:prSet>
      <dgm:spPr/>
    </dgm:pt>
    <dgm:pt modelId="{643F537E-2592-4433-8294-4BEEF5791929}" type="pres">
      <dgm:prSet presAssocID="{2B22DC36-5E29-427C-80B7-21E28C151E33}" presName="txSpace" presStyleCnt="0"/>
      <dgm:spPr/>
    </dgm:pt>
    <dgm:pt modelId="{4FFC7DCE-856A-4E6D-8C89-3B643D831FEB}" type="pres">
      <dgm:prSet presAssocID="{2B22DC36-5E29-427C-80B7-21E28C151E33}" presName="desTx" presStyleLbl="revTx" presStyleIdx="1" presStyleCnt="6">
        <dgm:presLayoutVars/>
      </dgm:prSet>
      <dgm:spPr/>
    </dgm:pt>
    <dgm:pt modelId="{497FBC9D-E555-40D8-9477-74BD13BA6318}" type="pres">
      <dgm:prSet presAssocID="{1F534D7F-4F4E-4780-84F3-4E1179840F29}" presName="sibTrans" presStyleCnt="0"/>
      <dgm:spPr/>
    </dgm:pt>
    <dgm:pt modelId="{7986B5BD-7610-497F-8D4B-7AF8B992C930}" type="pres">
      <dgm:prSet presAssocID="{445BAF44-BB4B-4B7A-99F3-FF15B1107B83}" presName="compNode" presStyleCnt="0"/>
      <dgm:spPr/>
    </dgm:pt>
    <dgm:pt modelId="{3960934A-04EB-4531-9A57-A946AB756AB8}" type="pres">
      <dgm:prSet presAssocID="{445BAF44-BB4B-4B7A-99F3-FF15B1107B8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BC8FF8AC-02C2-486A-B4E2-BA376390693A}" type="pres">
      <dgm:prSet presAssocID="{445BAF44-BB4B-4B7A-99F3-FF15B1107B83}" presName="iconSpace" presStyleCnt="0"/>
      <dgm:spPr/>
    </dgm:pt>
    <dgm:pt modelId="{63C911BE-2F00-4F04-9CBC-3CC8B3E3CA97}" type="pres">
      <dgm:prSet presAssocID="{445BAF44-BB4B-4B7A-99F3-FF15B1107B83}" presName="parTx" presStyleLbl="revTx" presStyleIdx="2" presStyleCnt="6">
        <dgm:presLayoutVars>
          <dgm:chMax val="0"/>
          <dgm:chPref val="0"/>
        </dgm:presLayoutVars>
      </dgm:prSet>
      <dgm:spPr/>
    </dgm:pt>
    <dgm:pt modelId="{8C3EE98C-1A42-4023-9C23-7D6F17A8B036}" type="pres">
      <dgm:prSet presAssocID="{445BAF44-BB4B-4B7A-99F3-FF15B1107B83}" presName="txSpace" presStyleCnt="0"/>
      <dgm:spPr/>
    </dgm:pt>
    <dgm:pt modelId="{98941E62-4BA8-4559-9ABB-602CF72D5BC0}" type="pres">
      <dgm:prSet presAssocID="{445BAF44-BB4B-4B7A-99F3-FF15B1107B83}" presName="desTx" presStyleLbl="revTx" presStyleIdx="3" presStyleCnt="6">
        <dgm:presLayoutVars/>
      </dgm:prSet>
      <dgm:spPr/>
    </dgm:pt>
    <dgm:pt modelId="{AE6A5F0D-FC5F-4F50-B596-B8DCEFE8D1A9}" type="pres">
      <dgm:prSet presAssocID="{8553D372-EE1C-4EB1-80B4-339AB4EB6C77}" presName="sibTrans" presStyleCnt="0"/>
      <dgm:spPr/>
    </dgm:pt>
    <dgm:pt modelId="{AD179FF5-3A66-43E9-90CF-87B6C1E6E342}" type="pres">
      <dgm:prSet presAssocID="{09AAEC18-20BB-4EE4-8AC0-908580AA5062}" presName="compNode" presStyleCnt="0"/>
      <dgm:spPr/>
    </dgm:pt>
    <dgm:pt modelId="{9C635DCD-5CBF-4EAA-B240-941E043E2202}" type="pres">
      <dgm:prSet presAssocID="{09AAEC18-20BB-4EE4-8AC0-908580AA506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oup of men"/>
        </a:ext>
      </dgm:extLst>
    </dgm:pt>
    <dgm:pt modelId="{BA1DCFC8-FC7B-4328-81A9-5F16438F500D}" type="pres">
      <dgm:prSet presAssocID="{09AAEC18-20BB-4EE4-8AC0-908580AA5062}" presName="iconSpace" presStyleCnt="0"/>
      <dgm:spPr/>
    </dgm:pt>
    <dgm:pt modelId="{A20790C6-267F-4E12-BDB5-3181121CC0FB}" type="pres">
      <dgm:prSet presAssocID="{09AAEC18-20BB-4EE4-8AC0-908580AA5062}" presName="parTx" presStyleLbl="revTx" presStyleIdx="4" presStyleCnt="6">
        <dgm:presLayoutVars>
          <dgm:chMax val="0"/>
          <dgm:chPref val="0"/>
        </dgm:presLayoutVars>
      </dgm:prSet>
      <dgm:spPr/>
    </dgm:pt>
    <dgm:pt modelId="{D886528C-D505-47C5-8852-9C83A18579E6}" type="pres">
      <dgm:prSet presAssocID="{09AAEC18-20BB-4EE4-8AC0-908580AA5062}" presName="txSpace" presStyleCnt="0"/>
      <dgm:spPr/>
    </dgm:pt>
    <dgm:pt modelId="{9D7F0B5A-8F07-4191-BB43-AD215D868DFB}" type="pres">
      <dgm:prSet presAssocID="{09AAEC18-20BB-4EE4-8AC0-908580AA5062}" presName="desTx" presStyleLbl="revTx" presStyleIdx="5" presStyleCnt="6">
        <dgm:presLayoutVars/>
      </dgm:prSet>
      <dgm:spPr/>
    </dgm:pt>
  </dgm:ptLst>
  <dgm:cxnLst>
    <dgm:cxn modelId="{DA5CC71B-9521-44F5-A137-6EA26FDD3ECF}" type="presOf" srcId="{B4887977-C402-4979-B35B-6C2564AB9CBE}" destId="{98941E62-4BA8-4559-9ABB-602CF72D5BC0}" srcOrd="0" destOrd="1" presId="urn:microsoft.com/office/officeart/2018/2/layout/IconLabelDescriptionList"/>
    <dgm:cxn modelId="{9A486F1D-4789-4581-B93B-77F684091D92}" srcId="{445BAF44-BB4B-4B7A-99F3-FF15B1107B83}" destId="{B93D1DF1-25CA-45DF-B3F8-4BA3992F2044}" srcOrd="0" destOrd="0" parTransId="{C5300AD7-D51E-47E2-93A8-629A0F422CB9}" sibTransId="{52971F3A-F98F-4BAD-9D6B-9AFE7BFA231C}"/>
    <dgm:cxn modelId="{14BE5838-14E9-4342-9908-052F10A8D805}" type="presOf" srcId="{0EF9C0F0-400F-4D33-A4C8-40846F90615C}" destId="{4FFC7DCE-856A-4E6D-8C89-3B643D831FEB}" srcOrd="0" destOrd="0" presId="urn:microsoft.com/office/officeart/2018/2/layout/IconLabelDescriptionList"/>
    <dgm:cxn modelId="{BD779A45-E2BB-414E-86D0-9D819E971E7D}" type="presOf" srcId="{445BAF44-BB4B-4B7A-99F3-FF15B1107B83}" destId="{63C911BE-2F00-4F04-9CBC-3CC8B3E3CA97}" srcOrd="0" destOrd="0" presId="urn:microsoft.com/office/officeart/2018/2/layout/IconLabelDescriptionList"/>
    <dgm:cxn modelId="{8CB98F67-A7A1-4990-B5FF-B2BB46E8E589}" srcId="{D04E1712-5F9B-4EEE-8E23-D1E5CF70D49B}" destId="{445BAF44-BB4B-4B7A-99F3-FF15B1107B83}" srcOrd="1" destOrd="0" parTransId="{3C852C4D-E5FC-48F1-9C59-1437D1186721}" sibTransId="{8553D372-EE1C-4EB1-80B4-339AB4EB6C77}"/>
    <dgm:cxn modelId="{36FDC64F-46FF-4479-A08D-C9D6357AFC1E}" srcId="{D04E1712-5F9B-4EEE-8E23-D1E5CF70D49B}" destId="{2B22DC36-5E29-427C-80B7-21E28C151E33}" srcOrd="0" destOrd="0" parTransId="{4C04DB71-1405-40E0-94A7-A661EC6D6D9C}" sibTransId="{1F534D7F-4F4E-4780-84F3-4E1179840F29}"/>
    <dgm:cxn modelId="{2BFBF950-2640-44A0-A751-56E210474DFB}" type="presOf" srcId="{B93D1DF1-25CA-45DF-B3F8-4BA3992F2044}" destId="{98941E62-4BA8-4559-9ABB-602CF72D5BC0}" srcOrd="0" destOrd="0" presId="urn:microsoft.com/office/officeart/2018/2/layout/IconLabelDescriptionList"/>
    <dgm:cxn modelId="{D41DA072-5E97-4B44-94E8-C2B5052FE705}" type="presOf" srcId="{718978F3-6264-4199-A3EB-5F51FF452965}" destId="{9D7F0B5A-8F07-4191-BB43-AD215D868DFB}" srcOrd="0" destOrd="2" presId="urn:microsoft.com/office/officeart/2018/2/layout/IconLabelDescriptionList"/>
    <dgm:cxn modelId="{2937F654-46CF-45CB-BFD4-6DFE69A42072}" srcId="{09AAEC18-20BB-4EE4-8AC0-908580AA5062}" destId="{2585028B-FE75-4382-97E3-CC6998F7E64A}" srcOrd="0" destOrd="0" parTransId="{664B9FCB-C4BE-49C8-AB82-BEB91BAF5155}" sibTransId="{4F7B6D88-5807-44EE-A07A-96D06A8747E0}"/>
    <dgm:cxn modelId="{F2E4668B-67DD-4115-9EF8-241C206EEAD3}" type="presOf" srcId="{0E05CD1B-233C-4C7A-A869-5DBF4858A979}" destId="{4FFC7DCE-856A-4E6D-8C89-3B643D831FEB}" srcOrd="0" destOrd="2" presId="urn:microsoft.com/office/officeart/2018/2/layout/IconLabelDescriptionList"/>
    <dgm:cxn modelId="{3A77498C-DD82-4ECB-9792-63BF91A52A60}" srcId="{2B22DC36-5E29-427C-80B7-21E28C151E33}" destId="{0EF9C0F0-400F-4D33-A4C8-40846F90615C}" srcOrd="0" destOrd="0" parTransId="{1591CDC6-01E4-4E7B-A19F-57137A85D261}" sibTransId="{366B94DD-A97A-4433-837E-951480DBFF8B}"/>
    <dgm:cxn modelId="{D9663190-4740-4080-B069-C2885DF50299}" srcId="{2B22DC36-5E29-427C-80B7-21E28C151E33}" destId="{0E05CD1B-233C-4C7A-A869-5DBF4858A979}" srcOrd="2" destOrd="0" parTransId="{D1AB7137-1B04-4849-883C-92273EC38900}" sibTransId="{D7113A0F-9FA1-474C-BD39-789F974C6A61}"/>
    <dgm:cxn modelId="{49B01599-9B85-42E3-8338-677A707683F1}" type="presOf" srcId="{50BDBBA2-3E1D-414C-A1B9-8FFB13AFD0C1}" destId="{9D7F0B5A-8F07-4191-BB43-AD215D868DFB}" srcOrd="0" destOrd="1" presId="urn:microsoft.com/office/officeart/2018/2/layout/IconLabelDescriptionList"/>
    <dgm:cxn modelId="{0EF9769B-3722-4725-AA2F-F7F889E8991C}" srcId="{445BAF44-BB4B-4B7A-99F3-FF15B1107B83}" destId="{24E035C2-FC8D-4451-BD96-C0312F6DB160}" srcOrd="2" destOrd="0" parTransId="{AE2F0C27-BB6C-4B1B-A0B0-12B478F78934}" sibTransId="{837F87E6-EB9F-4A77-87BC-203AB6A4B27B}"/>
    <dgm:cxn modelId="{B4E8929D-DDC2-4C38-836C-09A920D560B3}" type="presOf" srcId="{2585028B-FE75-4382-97E3-CC6998F7E64A}" destId="{9D7F0B5A-8F07-4191-BB43-AD215D868DFB}" srcOrd="0" destOrd="0" presId="urn:microsoft.com/office/officeart/2018/2/layout/IconLabelDescriptionList"/>
    <dgm:cxn modelId="{F5F8EFBD-D3D9-4A44-ADCE-C4B2DDD934ED}" srcId="{2B22DC36-5E29-427C-80B7-21E28C151E33}" destId="{29C74547-26B8-4F9A-B3A6-788293E8C43E}" srcOrd="1" destOrd="0" parTransId="{60EC0B54-C481-472F-8EF4-B6D5879F7C3D}" sibTransId="{FA0E529B-48F6-42DD-96BC-2130463004C4}"/>
    <dgm:cxn modelId="{66BEB6C4-DDE3-4A15-A3EA-ED57E43ECC58}" type="presOf" srcId="{D04E1712-5F9B-4EEE-8E23-D1E5CF70D49B}" destId="{BDEF00AF-C5A5-4991-B0E8-2105DA88EA21}" srcOrd="0" destOrd="0" presId="urn:microsoft.com/office/officeart/2018/2/layout/IconLabelDescriptionList"/>
    <dgm:cxn modelId="{5B49E4D4-84D0-4AFF-B0EE-3DC456E0BD55}" type="presOf" srcId="{2B22DC36-5E29-427C-80B7-21E28C151E33}" destId="{4C2C2653-9234-4F86-90B1-1D2AF2485026}" srcOrd="0" destOrd="0" presId="urn:microsoft.com/office/officeart/2018/2/layout/IconLabelDescriptionList"/>
    <dgm:cxn modelId="{503F28D9-52E1-4765-AFA8-042B7ECF6218}" type="presOf" srcId="{09AAEC18-20BB-4EE4-8AC0-908580AA5062}" destId="{A20790C6-267F-4E12-BDB5-3181121CC0FB}" srcOrd="0" destOrd="0" presId="urn:microsoft.com/office/officeart/2018/2/layout/IconLabelDescriptionList"/>
    <dgm:cxn modelId="{B6387BDF-D6D2-46AA-8D5C-1F958FE1D96B}" type="presOf" srcId="{29C74547-26B8-4F9A-B3A6-788293E8C43E}" destId="{4FFC7DCE-856A-4E6D-8C89-3B643D831FEB}" srcOrd="0" destOrd="1" presId="urn:microsoft.com/office/officeart/2018/2/layout/IconLabelDescriptionList"/>
    <dgm:cxn modelId="{C78D1DEA-B8B4-4B4F-A76F-C6C0366CA721}" srcId="{445BAF44-BB4B-4B7A-99F3-FF15B1107B83}" destId="{B4887977-C402-4979-B35B-6C2564AB9CBE}" srcOrd="1" destOrd="0" parTransId="{20D3B56B-1418-4205-A0AA-A3BDCBEA41DB}" sibTransId="{8FB562B8-36E9-444E-B514-6E5F17191C17}"/>
    <dgm:cxn modelId="{5ACD46F6-D309-4C6D-B071-0FD72D8E0974}" srcId="{09AAEC18-20BB-4EE4-8AC0-908580AA5062}" destId="{718978F3-6264-4199-A3EB-5F51FF452965}" srcOrd="2" destOrd="0" parTransId="{7B336302-EE53-4395-906B-8E2596AA8D9C}" sibTransId="{D8AEB907-575A-4D49-A24B-CDCDF17E9677}"/>
    <dgm:cxn modelId="{722D3CF8-B886-429A-A7D2-B271D3F73C5F}" srcId="{D04E1712-5F9B-4EEE-8E23-D1E5CF70D49B}" destId="{09AAEC18-20BB-4EE4-8AC0-908580AA5062}" srcOrd="2" destOrd="0" parTransId="{C5D5D380-C49E-462E-B374-AD5EA7837061}" sibTransId="{3E47F25E-2E5F-4F35-8B5D-9DC197874263}"/>
    <dgm:cxn modelId="{03C85DF9-1EFB-48A2-95E7-C79C12C8DFB4}" srcId="{09AAEC18-20BB-4EE4-8AC0-908580AA5062}" destId="{50BDBBA2-3E1D-414C-A1B9-8FFB13AFD0C1}" srcOrd="1" destOrd="0" parTransId="{C141F88E-9225-4D3B-9F70-B7393800979D}" sibTransId="{36DFDBB8-6BFE-4607-AD26-0DF6AF00D941}"/>
    <dgm:cxn modelId="{AB1985FD-0067-4967-AB75-F6F8A9CC933D}" type="presOf" srcId="{24E035C2-FC8D-4451-BD96-C0312F6DB160}" destId="{98941E62-4BA8-4559-9ABB-602CF72D5BC0}" srcOrd="0" destOrd="2" presId="urn:microsoft.com/office/officeart/2018/2/layout/IconLabelDescriptionList"/>
    <dgm:cxn modelId="{44F1A9FD-6EAC-454B-8370-5D65F280961D}" type="presParOf" srcId="{BDEF00AF-C5A5-4991-B0E8-2105DA88EA21}" destId="{8ABD2991-165E-4E59-838A-7F847D4EEF1E}" srcOrd="0" destOrd="0" presId="urn:microsoft.com/office/officeart/2018/2/layout/IconLabelDescriptionList"/>
    <dgm:cxn modelId="{D721FE22-B646-47C6-8698-E942B093BCFA}" type="presParOf" srcId="{8ABD2991-165E-4E59-838A-7F847D4EEF1E}" destId="{9772D018-5C26-4C19-9C48-B69E9FBEE471}" srcOrd="0" destOrd="0" presId="urn:microsoft.com/office/officeart/2018/2/layout/IconLabelDescriptionList"/>
    <dgm:cxn modelId="{F4F7EDB8-F980-4F13-BE75-50CD9CD21C12}" type="presParOf" srcId="{8ABD2991-165E-4E59-838A-7F847D4EEF1E}" destId="{5660208B-AF30-4E9E-8E53-BA2C2F317266}" srcOrd="1" destOrd="0" presId="urn:microsoft.com/office/officeart/2018/2/layout/IconLabelDescriptionList"/>
    <dgm:cxn modelId="{B240A2FA-5135-4798-9DF7-115BF85A1182}" type="presParOf" srcId="{8ABD2991-165E-4E59-838A-7F847D4EEF1E}" destId="{4C2C2653-9234-4F86-90B1-1D2AF2485026}" srcOrd="2" destOrd="0" presId="urn:microsoft.com/office/officeart/2018/2/layout/IconLabelDescriptionList"/>
    <dgm:cxn modelId="{50B9BD15-B1EB-4C05-8AE3-D3C0D7F20282}" type="presParOf" srcId="{8ABD2991-165E-4E59-838A-7F847D4EEF1E}" destId="{643F537E-2592-4433-8294-4BEEF5791929}" srcOrd="3" destOrd="0" presId="urn:microsoft.com/office/officeart/2018/2/layout/IconLabelDescriptionList"/>
    <dgm:cxn modelId="{6113CC68-CCEF-49A7-B908-8549F15CF70F}" type="presParOf" srcId="{8ABD2991-165E-4E59-838A-7F847D4EEF1E}" destId="{4FFC7DCE-856A-4E6D-8C89-3B643D831FEB}" srcOrd="4" destOrd="0" presId="urn:microsoft.com/office/officeart/2018/2/layout/IconLabelDescriptionList"/>
    <dgm:cxn modelId="{BC48B458-84BA-41BF-84D5-D30D1AD7306E}" type="presParOf" srcId="{BDEF00AF-C5A5-4991-B0E8-2105DA88EA21}" destId="{497FBC9D-E555-40D8-9477-74BD13BA6318}" srcOrd="1" destOrd="0" presId="urn:microsoft.com/office/officeart/2018/2/layout/IconLabelDescriptionList"/>
    <dgm:cxn modelId="{33290E56-4630-4073-8ED4-F136FB278AAF}" type="presParOf" srcId="{BDEF00AF-C5A5-4991-B0E8-2105DA88EA21}" destId="{7986B5BD-7610-497F-8D4B-7AF8B992C930}" srcOrd="2" destOrd="0" presId="urn:microsoft.com/office/officeart/2018/2/layout/IconLabelDescriptionList"/>
    <dgm:cxn modelId="{84DEA6D7-254E-4A58-9041-FE3461DAE27C}" type="presParOf" srcId="{7986B5BD-7610-497F-8D4B-7AF8B992C930}" destId="{3960934A-04EB-4531-9A57-A946AB756AB8}" srcOrd="0" destOrd="0" presId="urn:microsoft.com/office/officeart/2018/2/layout/IconLabelDescriptionList"/>
    <dgm:cxn modelId="{E7E23462-49D5-43E2-AC1A-E4FD25DDAC52}" type="presParOf" srcId="{7986B5BD-7610-497F-8D4B-7AF8B992C930}" destId="{BC8FF8AC-02C2-486A-B4E2-BA376390693A}" srcOrd="1" destOrd="0" presId="urn:microsoft.com/office/officeart/2018/2/layout/IconLabelDescriptionList"/>
    <dgm:cxn modelId="{8BA9C377-447D-4889-882E-EB97843FBE2D}" type="presParOf" srcId="{7986B5BD-7610-497F-8D4B-7AF8B992C930}" destId="{63C911BE-2F00-4F04-9CBC-3CC8B3E3CA97}" srcOrd="2" destOrd="0" presId="urn:microsoft.com/office/officeart/2018/2/layout/IconLabelDescriptionList"/>
    <dgm:cxn modelId="{F3DE2937-10DD-46B5-91C3-BD64B51844AA}" type="presParOf" srcId="{7986B5BD-7610-497F-8D4B-7AF8B992C930}" destId="{8C3EE98C-1A42-4023-9C23-7D6F17A8B036}" srcOrd="3" destOrd="0" presId="urn:microsoft.com/office/officeart/2018/2/layout/IconLabelDescriptionList"/>
    <dgm:cxn modelId="{ECD7097D-C4C3-40B9-B7A3-98728A3C6D5E}" type="presParOf" srcId="{7986B5BD-7610-497F-8D4B-7AF8B992C930}" destId="{98941E62-4BA8-4559-9ABB-602CF72D5BC0}" srcOrd="4" destOrd="0" presId="urn:microsoft.com/office/officeart/2018/2/layout/IconLabelDescriptionList"/>
    <dgm:cxn modelId="{A3955A8B-E394-4A49-9968-95BCE855662E}" type="presParOf" srcId="{BDEF00AF-C5A5-4991-B0E8-2105DA88EA21}" destId="{AE6A5F0D-FC5F-4F50-B596-B8DCEFE8D1A9}" srcOrd="3" destOrd="0" presId="urn:microsoft.com/office/officeart/2018/2/layout/IconLabelDescriptionList"/>
    <dgm:cxn modelId="{B2EFEE67-B2CF-4C0A-90B2-019F91907F18}" type="presParOf" srcId="{BDEF00AF-C5A5-4991-B0E8-2105DA88EA21}" destId="{AD179FF5-3A66-43E9-90CF-87B6C1E6E342}" srcOrd="4" destOrd="0" presId="urn:microsoft.com/office/officeart/2018/2/layout/IconLabelDescriptionList"/>
    <dgm:cxn modelId="{9C7876AD-495B-4F1F-88C2-5F0B5AF51E23}" type="presParOf" srcId="{AD179FF5-3A66-43E9-90CF-87B6C1E6E342}" destId="{9C635DCD-5CBF-4EAA-B240-941E043E2202}" srcOrd="0" destOrd="0" presId="urn:microsoft.com/office/officeart/2018/2/layout/IconLabelDescriptionList"/>
    <dgm:cxn modelId="{DF529573-C49A-4F62-B69A-947861610C6D}" type="presParOf" srcId="{AD179FF5-3A66-43E9-90CF-87B6C1E6E342}" destId="{BA1DCFC8-FC7B-4328-81A9-5F16438F500D}" srcOrd="1" destOrd="0" presId="urn:microsoft.com/office/officeart/2018/2/layout/IconLabelDescriptionList"/>
    <dgm:cxn modelId="{00A3E56D-FBA3-4FEA-BAA3-01AA0324AF5D}" type="presParOf" srcId="{AD179FF5-3A66-43E9-90CF-87B6C1E6E342}" destId="{A20790C6-267F-4E12-BDB5-3181121CC0FB}" srcOrd="2" destOrd="0" presId="urn:microsoft.com/office/officeart/2018/2/layout/IconLabelDescriptionList"/>
    <dgm:cxn modelId="{D66E0883-DBD0-4CC8-9DA7-513FFF4D69C4}" type="presParOf" srcId="{AD179FF5-3A66-43E9-90CF-87B6C1E6E342}" destId="{D886528C-D505-47C5-8852-9C83A18579E6}" srcOrd="3" destOrd="0" presId="urn:microsoft.com/office/officeart/2018/2/layout/IconLabelDescriptionList"/>
    <dgm:cxn modelId="{1B6A0A06-077B-4E32-A6DF-99D316A3C876}" type="presParOf" srcId="{AD179FF5-3A66-43E9-90CF-87B6C1E6E342}" destId="{9D7F0B5A-8F07-4191-BB43-AD215D868DFB}"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5ED73F-56B5-421E-A58E-438D6E27186F}" type="doc">
      <dgm:prSet loTypeId="urn:microsoft.com/office/officeart/2005/8/layout/matrix3" loCatId="matrix" qsTypeId="urn:microsoft.com/office/officeart/2005/8/quickstyle/simple4" qsCatId="simple" csTypeId="urn:microsoft.com/office/officeart/2005/8/colors/colorful1" csCatId="colorful"/>
      <dgm:spPr/>
      <dgm:t>
        <a:bodyPr/>
        <a:lstStyle/>
        <a:p>
          <a:endParaRPr lang="en-US"/>
        </a:p>
      </dgm:t>
    </dgm:pt>
    <dgm:pt modelId="{BF800090-B25E-4927-A656-DA6B96DC8724}">
      <dgm:prSet/>
      <dgm:spPr/>
      <dgm:t>
        <a:bodyPr/>
        <a:lstStyle/>
        <a:p>
          <a:r>
            <a:rPr lang="en-GB"/>
            <a:t>Project Management Institute. (2021). </a:t>
          </a:r>
          <a:r>
            <a:rPr lang="en-GB" i="1"/>
            <a:t>Agile practice guide</a:t>
          </a:r>
          <a:r>
            <a:rPr lang="en-GB"/>
            <a:t>.</a:t>
          </a:r>
          <a:endParaRPr lang="en-US"/>
        </a:p>
      </dgm:t>
    </dgm:pt>
    <dgm:pt modelId="{DDF72CAD-5C58-4058-BF40-CC1C76A9C858}" type="parTrans" cxnId="{B214A017-9A41-49D9-9B8F-8864346DFF9B}">
      <dgm:prSet/>
      <dgm:spPr/>
      <dgm:t>
        <a:bodyPr/>
        <a:lstStyle/>
        <a:p>
          <a:endParaRPr lang="en-US"/>
        </a:p>
      </dgm:t>
    </dgm:pt>
    <dgm:pt modelId="{D511C4B8-7685-4AED-945B-3C7825F4A849}" type="sibTrans" cxnId="{B214A017-9A41-49D9-9B8F-8864346DFF9B}">
      <dgm:prSet/>
      <dgm:spPr/>
      <dgm:t>
        <a:bodyPr/>
        <a:lstStyle/>
        <a:p>
          <a:endParaRPr lang="en-US"/>
        </a:p>
      </dgm:t>
    </dgm:pt>
    <dgm:pt modelId="{6FA01C02-4C99-4327-9473-B6DF1F88A371}">
      <dgm:prSet/>
      <dgm:spPr/>
      <dgm:t>
        <a:bodyPr/>
        <a:lstStyle/>
        <a:p>
          <a:r>
            <a:rPr lang="en-GB"/>
            <a:t>Rigby, D. K., Sutherland, J., &amp; Takeuchi, H. (2020). Embracing agile. </a:t>
          </a:r>
          <a:r>
            <a:rPr lang="en-GB" i="1"/>
            <a:t>Harvard Business Review</a:t>
          </a:r>
          <a:r>
            <a:rPr lang="en-GB"/>
            <a:t>.</a:t>
          </a:r>
          <a:endParaRPr lang="en-US"/>
        </a:p>
      </dgm:t>
    </dgm:pt>
    <dgm:pt modelId="{26225E6A-27D3-48F8-A00F-62EB7407B9C5}" type="parTrans" cxnId="{DB1C7A8E-6A0B-4FC8-AFDD-A5F9B3E5F6AB}">
      <dgm:prSet/>
      <dgm:spPr/>
      <dgm:t>
        <a:bodyPr/>
        <a:lstStyle/>
        <a:p>
          <a:endParaRPr lang="en-US"/>
        </a:p>
      </dgm:t>
    </dgm:pt>
    <dgm:pt modelId="{69932436-BC0E-4DC3-A68E-7CB4FA0CE38D}" type="sibTrans" cxnId="{DB1C7A8E-6A0B-4FC8-AFDD-A5F9B3E5F6AB}">
      <dgm:prSet/>
      <dgm:spPr/>
      <dgm:t>
        <a:bodyPr/>
        <a:lstStyle/>
        <a:p>
          <a:endParaRPr lang="en-US"/>
        </a:p>
      </dgm:t>
    </dgm:pt>
    <dgm:pt modelId="{401EFD7B-686E-4387-9479-8CAEAB230161}">
      <dgm:prSet/>
      <dgm:spPr/>
      <dgm:t>
        <a:bodyPr/>
        <a:lstStyle/>
        <a:p>
          <a:r>
            <a:rPr lang="en-GB"/>
            <a:t>Schwaber, K., &amp; Sutherland, J. (2020). </a:t>
          </a:r>
          <a:r>
            <a:rPr lang="en-GB" i="1"/>
            <a:t>The Scrum Guide</a:t>
          </a:r>
          <a:r>
            <a:rPr lang="en-GB"/>
            <a:t>. Scrum.org.</a:t>
          </a:r>
          <a:endParaRPr lang="en-US"/>
        </a:p>
      </dgm:t>
    </dgm:pt>
    <dgm:pt modelId="{D84B9283-3586-4A3B-BE22-2BDBA5DE15BC}" type="parTrans" cxnId="{5B22307B-F08C-4BD1-8D42-2113893D8000}">
      <dgm:prSet/>
      <dgm:spPr/>
      <dgm:t>
        <a:bodyPr/>
        <a:lstStyle/>
        <a:p>
          <a:endParaRPr lang="en-US"/>
        </a:p>
      </dgm:t>
    </dgm:pt>
    <dgm:pt modelId="{20B104AD-DBAE-4BCD-A023-4E310A52AABC}" type="sibTrans" cxnId="{5B22307B-F08C-4BD1-8D42-2113893D8000}">
      <dgm:prSet/>
      <dgm:spPr/>
      <dgm:t>
        <a:bodyPr/>
        <a:lstStyle/>
        <a:p>
          <a:endParaRPr lang="en-US"/>
        </a:p>
      </dgm:t>
    </dgm:pt>
    <dgm:pt modelId="{14F333EB-3617-4035-A62D-7682320C8A92}">
      <dgm:prSet/>
      <dgm:spPr/>
      <dgm:t>
        <a:bodyPr/>
        <a:lstStyle/>
        <a:p>
          <a:r>
            <a:rPr lang="en-GB"/>
            <a:t>VersionOne. (2023). </a:t>
          </a:r>
          <a:r>
            <a:rPr lang="en-GB" i="1"/>
            <a:t>State of Agile report</a:t>
          </a:r>
          <a:r>
            <a:rPr lang="en-GB"/>
            <a:t>.</a:t>
          </a:r>
          <a:endParaRPr lang="en-US"/>
        </a:p>
      </dgm:t>
    </dgm:pt>
    <dgm:pt modelId="{CDAB3432-2532-4E41-A261-AE978E21EA22}" type="parTrans" cxnId="{0ECCA833-74F9-462B-A6EE-D7477DABA1DA}">
      <dgm:prSet/>
      <dgm:spPr/>
      <dgm:t>
        <a:bodyPr/>
        <a:lstStyle/>
        <a:p>
          <a:endParaRPr lang="en-US"/>
        </a:p>
      </dgm:t>
    </dgm:pt>
    <dgm:pt modelId="{C1649F0A-84A0-4188-A2C0-660E3E164749}" type="sibTrans" cxnId="{0ECCA833-74F9-462B-A6EE-D7477DABA1DA}">
      <dgm:prSet/>
      <dgm:spPr/>
      <dgm:t>
        <a:bodyPr/>
        <a:lstStyle/>
        <a:p>
          <a:endParaRPr lang="en-US"/>
        </a:p>
      </dgm:t>
    </dgm:pt>
    <dgm:pt modelId="{3FB9EAD2-99E0-4AF8-9D6F-039DB28059CE}" type="pres">
      <dgm:prSet presAssocID="{C25ED73F-56B5-421E-A58E-438D6E27186F}" presName="matrix" presStyleCnt="0">
        <dgm:presLayoutVars>
          <dgm:chMax val="1"/>
          <dgm:dir/>
          <dgm:resizeHandles val="exact"/>
        </dgm:presLayoutVars>
      </dgm:prSet>
      <dgm:spPr/>
    </dgm:pt>
    <dgm:pt modelId="{D02EE503-F031-4DBB-B031-74FC62FD3D9B}" type="pres">
      <dgm:prSet presAssocID="{C25ED73F-56B5-421E-A58E-438D6E27186F}" presName="diamond" presStyleLbl="bgShp" presStyleIdx="0" presStyleCnt="1"/>
      <dgm:spPr/>
    </dgm:pt>
    <dgm:pt modelId="{BEB02ABF-C423-48F5-B48A-49355E559993}" type="pres">
      <dgm:prSet presAssocID="{C25ED73F-56B5-421E-A58E-438D6E27186F}" presName="quad1" presStyleLbl="node1" presStyleIdx="0" presStyleCnt="4">
        <dgm:presLayoutVars>
          <dgm:chMax val="0"/>
          <dgm:chPref val="0"/>
          <dgm:bulletEnabled val="1"/>
        </dgm:presLayoutVars>
      </dgm:prSet>
      <dgm:spPr/>
    </dgm:pt>
    <dgm:pt modelId="{2D76170A-35D3-4A86-870D-488579AFA66D}" type="pres">
      <dgm:prSet presAssocID="{C25ED73F-56B5-421E-A58E-438D6E27186F}" presName="quad2" presStyleLbl="node1" presStyleIdx="1" presStyleCnt="4">
        <dgm:presLayoutVars>
          <dgm:chMax val="0"/>
          <dgm:chPref val="0"/>
          <dgm:bulletEnabled val="1"/>
        </dgm:presLayoutVars>
      </dgm:prSet>
      <dgm:spPr/>
    </dgm:pt>
    <dgm:pt modelId="{351EDA92-87DB-4B13-B492-3E97B7103543}" type="pres">
      <dgm:prSet presAssocID="{C25ED73F-56B5-421E-A58E-438D6E27186F}" presName="quad3" presStyleLbl="node1" presStyleIdx="2" presStyleCnt="4">
        <dgm:presLayoutVars>
          <dgm:chMax val="0"/>
          <dgm:chPref val="0"/>
          <dgm:bulletEnabled val="1"/>
        </dgm:presLayoutVars>
      </dgm:prSet>
      <dgm:spPr/>
    </dgm:pt>
    <dgm:pt modelId="{F5DA4575-4DC8-4A48-A1FD-D75D7023CD33}" type="pres">
      <dgm:prSet presAssocID="{C25ED73F-56B5-421E-A58E-438D6E27186F}" presName="quad4" presStyleLbl="node1" presStyleIdx="3" presStyleCnt="4">
        <dgm:presLayoutVars>
          <dgm:chMax val="0"/>
          <dgm:chPref val="0"/>
          <dgm:bulletEnabled val="1"/>
        </dgm:presLayoutVars>
      </dgm:prSet>
      <dgm:spPr/>
    </dgm:pt>
  </dgm:ptLst>
  <dgm:cxnLst>
    <dgm:cxn modelId="{B214A017-9A41-49D9-9B8F-8864346DFF9B}" srcId="{C25ED73F-56B5-421E-A58E-438D6E27186F}" destId="{BF800090-B25E-4927-A656-DA6B96DC8724}" srcOrd="0" destOrd="0" parTransId="{DDF72CAD-5C58-4058-BF40-CC1C76A9C858}" sibTransId="{D511C4B8-7685-4AED-945B-3C7825F4A849}"/>
    <dgm:cxn modelId="{0ECCA833-74F9-462B-A6EE-D7477DABA1DA}" srcId="{C25ED73F-56B5-421E-A58E-438D6E27186F}" destId="{14F333EB-3617-4035-A62D-7682320C8A92}" srcOrd="3" destOrd="0" parTransId="{CDAB3432-2532-4E41-A261-AE978E21EA22}" sibTransId="{C1649F0A-84A0-4188-A2C0-660E3E164749}"/>
    <dgm:cxn modelId="{5B22307B-F08C-4BD1-8D42-2113893D8000}" srcId="{C25ED73F-56B5-421E-A58E-438D6E27186F}" destId="{401EFD7B-686E-4387-9479-8CAEAB230161}" srcOrd="2" destOrd="0" parTransId="{D84B9283-3586-4A3B-BE22-2BDBA5DE15BC}" sibTransId="{20B104AD-DBAE-4BCD-A023-4E310A52AABC}"/>
    <dgm:cxn modelId="{7AED2282-88E9-4BAB-B9A5-D97F5F5B6C33}" type="presOf" srcId="{BF800090-B25E-4927-A656-DA6B96DC8724}" destId="{BEB02ABF-C423-48F5-B48A-49355E559993}" srcOrd="0" destOrd="0" presId="urn:microsoft.com/office/officeart/2005/8/layout/matrix3"/>
    <dgm:cxn modelId="{DB1C7A8E-6A0B-4FC8-AFDD-A5F9B3E5F6AB}" srcId="{C25ED73F-56B5-421E-A58E-438D6E27186F}" destId="{6FA01C02-4C99-4327-9473-B6DF1F88A371}" srcOrd="1" destOrd="0" parTransId="{26225E6A-27D3-48F8-A00F-62EB7407B9C5}" sibTransId="{69932436-BC0E-4DC3-A68E-7CB4FA0CE38D}"/>
    <dgm:cxn modelId="{10707495-1572-4A10-9959-E10BF8894B96}" type="presOf" srcId="{C25ED73F-56B5-421E-A58E-438D6E27186F}" destId="{3FB9EAD2-99E0-4AF8-9D6F-039DB28059CE}" srcOrd="0" destOrd="0" presId="urn:microsoft.com/office/officeart/2005/8/layout/matrix3"/>
    <dgm:cxn modelId="{5D0B6CC6-3A22-4413-BC29-946954E86752}" type="presOf" srcId="{401EFD7B-686E-4387-9479-8CAEAB230161}" destId="{351EDA92-87DB-4B13-B492-3E97B7103543}" srcOrd="0" destOrd="0" presId="urn:microsoft.com/office/officeart/2005/8/layout/matrix3"/>
    <dgm:cxn modelId="{83A943C8-9595-4FFD-965A-AAB57DA29492}" type="presOf" srcId="{6FA01C02-4C99-4327-9473-B6DF1F88A371}" destId="{2D76170A-35D3-4A86-870D-488579AFA66D}" srcOrd="0" destOrd="0" presId="urn:microsoft.com/office/officeart/2005/8/layout/matrix3"/>
    <dgm:cxn modelId="{2ACD89EF-7BE3-4464-8B67-202D7D2BEFB2}" type="presOf" srcId="{14F333EB-3617-4035-A62D-7682320C8A92}" destId="{F5DA4575-4DC8-4A48-A1FD-D75D7023CD33}" srcOrd="0" destOrd="0" presId="urn:microsoft.com/office/officeart/2005/8/layout/matrix3"/>
    <dgm:cxn modelId="{1451EB85-EFFB-4742-AF88-DA92752FCCD7}" type="presParOf" srcId="{3FB9EAD2-99E0-4AF8-9D6F-039DB28059CE}" destId="{D02EE503-F031-4DBB-B031-74FC62FD3D9B}" srcOrd="0" destOrd="0" presId="urn:microsoft.com/office/officeart/2005/8/layout/matrix3"/>
    <dgm:cxn modelId="{B4958537-F3AF-4470-9082-FFADA1BB44BA}" type="presParOf" srcId="{3FB9EAD2-99E0-4AF8-9D6F-039DB28059CE}" destId="{BEB02ABF-C423-48F5-B48A-49355E559993}" srcOrd="1" destOrd="0" presId="urn:microsoft.com/office/officeart/2005/8/layout/matrix3"/>
    <dgm:cxn modelId="{9C53CB12-D7B7-452F-8799-44105A6CF8E5}" type="presParOf" srcId="{3FB9EAD2-99E0-4AF8-9D6F-039DB28059CE}" destId="{2D76170A-35D3-4A86-870D-488579AFA66D}" srcOrd="2" destOrd="0" presId="urn:microsoft.com/office/officeart/2005/8/layout/matrix3"/>
    <dgm:cxn modelId="{DED04710-5F75-4A2C-9E4C-1E53831357B1}" type="presParOf" srcId="{3FB9EAD2-99E0-4AF8-9D6F-039DB28059CE}" destId="{351EDA92-87DB-4B13-B492-3E97B7103543}" srcOrd="3" destOrd="0" presId="urn:microsoft.com/office/officeart/2005/8/layout/matrix3"/>
    <dgm:cxn modelId="{312410E8-AB12-4B2E-939D-E1E185F36B89}" type="presParOf" srcId="{3FB9EAD2-99E0-4AF8-9D6F-039DB28059CE}" destId="{F5DA4575-4DC8-4A48-A1FD-D75D7023CD33}"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2D018-5C26-4C19-9C48-B69E9FBEE471}">
      <dsp:nvSpPr>
        <dsp:cNvPr id="0" name=""/>
        <dsp:cNvSpPr/>
      </dsp:nvSpPr>
      <dsp:spPr>
        <a:xfrm>
          <a:off x="1582" y="740292"/>
          <a:ext cx="1141382" cy="1141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2C2653-9234-4F86-90B1-1D2AF2485026}">
      <dsp:nvSpPr>
        <dsp:cNvPr id="0" name=""/>
        <dsp:cNvSpPr/>
      </dsp:nvSpPr>
      <dsp:spPr>
        <a:xfrm>
          <a:off x="1582" y="1998300"/>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90000"/>
            </a:lnSpc>
            <a:spcBef>
              <a:spcPct val="0"/>
            </a:spcBef>
            <a:spcAft>
              <a:spcPct val="35000"/>
            </a:spcAft>
            <a:buNone/>
            <a:defRPr b="1"/>
          </a:pPr>
          <a:r>
            <a:rPr lang="en-GB" sz="2900" b="1" kern="1200"/>
            <a:t>Product Owner</a:t>
          </a:r>
          <a:endParaRPr lang="en-US" sz="2900" kern="1200"/>
        </a:p>
      </dsp:txBody>
      <dsp:txXfrm>
        <a:off x="1582" y="1998300"/>
        <a:ext cx="3261093" cy="489164"/>
      </dsp:txXfrm>
    </dsp:sp>
    <dsp:sp modelId="{4FFC7DCE-856A-4E6D-8C89-3B643D831FEB}">
      <dsp:nvSpPr>
        <dsp:cNvPr id="0" name=""/>
        <dsp:cNvSpPr/>
      </dsp:nvSpPr>
      <dsp:spPr>
        <a:xfrm>
          <a:off x="1582" y="2541708"/>
          <a:ext cx="3261093" cy="910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a:t>Manages product backlog</a:t>
          </a:r>
          <a:endParaRPr lang="en-US" sz="1700" kern="1200"/>
        </a:p>
        <a:p>
          <a:pPr marL="0" lvl="0" indent="0" algn="l" defTabSz="755650">
            <a:lnSpc>
              <a:spcPct val="90000"/>
            </a:lnSpc>
            <a:spcBef>
              <a:spcPct val="0"/>
            </a:spcBef>
            <a:spcAft>
              <a:spcPct val="35000"/>
            </a:spcAft>
            <a:buNone/>
          </a:pPr>
          <a:r>
            <a:rPr lang="en-GB" sz="1700" kern="1200"/>
            <a:t>Prioritizes business value</a:t>
          </a:r>
          <a:endParaRPr lang="en-US" sz="1700" kern="1200"/>
        </a:p>
        <a:p>
          <a:pPr marL="0" lvl="0" indent="0" algn="l" defTabSz="755650">
            <a:lnSpc>
              <a:spcPct val="90000"/>
            </a:lnSpc>
            <a:spcBef>
              <a:spcPct val="0"/>
            </a:spcBef>
            <a:spcAft>
              <a:spcPct val="35000"/>
            </a:spcAft>
            <a:buNone/>
          </a:pPr>
          <a:r>
            <a:rPr lang="en-GB" sz="1700" kern="1200"/>
            <a:t>Represents stakeholders</a:t>
          </a:r>
          <a:endParaRPr lang="en-US" sz="1700" kern="1200"/>
        </a:p>
      </dsp:txBody>
      <dsp:txXfrm>
        <a:off x="1582" y="2541708"/>
        <a:ext cx="3261093" cy="910803"/>
      </dsp:txXfrm>
    </dsp:sp>
    <dsp:sp modelId="{3960934A-04EB-4531-9A57-A946AB756AB8}">
      <dsp:nvSpPr>
        <dsp:cNvPr id="0" name=""/>
        <dsp:cNvSpPr/>
      </dsp:nvSpPr>
      <dsp:spPr>
        <a:xfrm>
          <a:off x="3833367" y="740292"/>
          <a:ext cx="1141382" cy="1141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C911BE-2F00-4F04-9CBC-3CC8B3E3CA97}">
      <dsp:nvSpPr>
        <dsp:cNvPr id="0" name=""/>
        <dsp:cNvSpPr/>
      </dsp:nvSpPr>
      <dsp:spPr>
        <a:xfrm>
          <a:off x="3833367" y="1998300"/>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90000"/>
            </a:lnSpc>
            <a:spcBef>
              <a:spcPct val="0"/>
            </a:spcBef>
            <a:spcAft>
              <a:spcPct val="35000"/>
            </a:spcAft>
            <a:buNone/>
            <a:defRPr b="1"/>
          </a:pPr>
          <a:r>
            <a:rPr lang="en-GB" sz="2900" b="1" kern="1200"/>
            <a:t>Scrum Master</a:t>
          </a:r>
          <a:endParaRPr lang="en-US" sz="2900" kern="1200"/>
        </a:p>
      </dsp:txBody>
      <dsp:txXfrm>
        <a:off x="3833367" y="1998300"/>
        <a:ext cx="3261093" cy="489164"/>
      </dsp:txXfrm>
    </dsp:sp>
    <dsp:sp modelId="{98941E62-4BA8-4559-9ABB-602CF72D5BC0}">
      <dsp:nvSpPr>
        <dsp:cNvPr id="0" name=""/>
        <dsp:cNvSpPr/>
      </dsp:nvSpPr>
      <dsp:spPr>
        <a:xfrm>
          <a:off x="3833367" y="2541708"/>
          <a:ext cx="3261093" cy="910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a:t>Facilitates Scrum events</a:t>
          </a:r>
          <a:endParaRPr lang="en-US" sz="1700" kern="1200"/>
        </a:p>
        <a:p>
          <a:pPr marL="0" lvl="0" indent="0" algn="l" defTabSz="755650">
            <a:lnSpc>
              <a:spcPct val="90000"/>
            </a:lnSpc>
            <a:spcBef>
              <a:spcPct val="0"/>
            </a:spcBef>
            <a:spcAft>
              <a:spcPct val="35000"/>
            </a:spcAft>
            <a:buNone/>
          </a:pPr>
          <a:r>
            <a:rPr lang="en-GB" sz="1700" kern="1200"/>
            <a:t>Removes impediments</a:t>
          </a:r>
          <a:endParaRPr lang="en-US" sz="1700" kern="1200"/>
        </a:p>
        <a:p>
          <a:pPr marL="0" lvl="0" indent="0" algn="l" defTabSz="755650">
            <a:lnSpc>
              <a:spcPct val="90000"/>
            </a:lnSpc>
            <a:spcBef>
              <a:spcPct val="0"/>
            </a:spcBef>
            <a:spcAft>
              <a:spcPct val="35000"/>
            </a:spcAft>
            <a:buNone/>
          </a:pPr>
          <a:r>
            <a:rPr lang="en-GB" sz="1700" kern="1200"/>
            <a:t>Protects team from disruptions</a:t>
          </a:r>
          <a:endParaRPr lang="en-US" sz="1700" kern="1200"/>
        </a:p>
      </dsp:txBody>
      <dsp:txXfrm>
        <a:off x="3833367" y="2541708"/>
        <a:ext cx="3261093" cy="910803"/>
      </dsp:txXfrm>
    </dsp:sp>
    <dsp:sp modelId="{9C635DCD-5CBF-4EAA-B240-941E043E2202}">
      <dsp:nvSpPr>
        <dsp:cNvPr id="0" name=""/>
        <dsp:cNvSpPr/>
      </dsp:nvSpPr>
      <dsp:spPr>
        <a:xfrm>
          <a:off x="7665152" y="740292"/>
          <a:ext cx="1141382" cy="1141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0790C6-267F-4E12-BDB5-3181121CC0FB}">
      <dsp:nvSpPr>
        <dsp:cNvPr id="0" name=""/>
        <dsp:cNvSpPr/>
      </dsp:nvSpPr>
      <dsp:spPr>
        <a:xfrm>
          <a:off x="7665152" y="1998300"/>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90000"/>
            </a:lnSpc>
            <a:spcBef>
              <a:spcPct val="0"/>
            </a:spcBef>
            <a:spcAft>
              <a:spcPct val="35000"/>
            </a:spcAft>
            <a:buNone/>
            <a:defRPr b="1"/>
          </a:pPr>
          <a:r>
            <a:rPr lang="en-GB" sz="2900" b="1" kern="1200"/>
            <a:t>Development Team</a:t>
          </a:r>
          <a:endParaRPr lang="en-US" sz="2900" kern="1200"/>
        </a:p>
      </dsp:txBody>
      <dsp:txXfrm>
        <a:off x="7665152" y="1998300"/>
        <a:ext cx="3261093" cy="489164"/>
      </dsp:txXfrm>
    </dsp:sp>
    <dsp:sp modelId="{9D7F0B5A-8F07-4191-BB43-AD215D868DFB}">
      <dsp:nvSpPr>
        <dsp:cNvPr id="0" name=""/>
        <dsp:cNvSpPr/>
      </dsp:nvSpPr>
      <dsp:spPr>
        <a:xfrm>
          <a:off x="7665152" y="2541708"/>
          <a:ext cx="3261093" cy="910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a:t>Cross-functional</a:t>
          </a:r>
          <a:endParaRPr lang="en-US" sz="1700" kern="1200"/>
        </a:p>
        <a:p>
          <a:pPr marL="0" lvl="0" indent="0" algn="l" defTabSz="755650">
            <a:lnSpc>
              <a:spcPct val="90000"/>
            </a:lnSpc>
            <a:spcBef>
              <a:spcPct val="0"/>
            </a:spcBef>
            <a:spcAft>
              <a:spcPct val="35000"/>
            </a:spcAft>
            <a:buNone/>
          </a:pPr>
          <a:r>
            <a:rPr lang="en-GB" sz="1700" kern="1200"/>
            <a:t>Self-organizing</a:t>
          </a:r>
          <a:endParaRPr lang="en-US" sz="1700" kern="1200"/>
        </a:p>
        <a:p>
          <a:pPr marL="0" lvl="0" indent="0" algn="l" defTabSz="755650">
            <a:lnSpc>
              <a:spcPct val="90000"/>
            </a:lnSpc>
            <a:spcBef>
              <a:spcPct val="0"/>
            </a:spcBef>
            <a:spcAft>
              <a:spcPct val="35000"/>
            </a:spcAft>
            <a:buNone/>
          </a:pPr>
          <a:r>
            <a:rPr lang="en-GB" sz="1700" kern="1200"/>
            <a:t>Delivers working increments</a:t>
          </a:r>
          <a:endParaRPr lang="en-US" sz="1700" kern="1200"/>
        </a:p>
      </dsp:txBody>
      <dsp:txXfrm>
        <a:off x="7665152" y="2541708"/>
        <a:ext cx="3261093" cy="9108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2EE503-F031-4DBB-B031-74FC62FD3D9B}">
      <dsp:nvSpPr>
        <dsp:cNvPr id="0" name=""/>
        <dsp:cNvSpPr/>
      </dsp:nvSpPr>
      <dsp:spPr>
        <a:xfrm>
          <a:off x="606456" y="0"/>
          <a:ext cx="5453920" cy="545392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BEB02ABF-C423-48F5-B48A-49355E559993}">
      <dsp:nvSpPr>
        <dsp:cNvPr id="0" name=""/>
        <dsp:cNvSpPr/>
      </dsp:nvSpPr>
      <dsp:spPr>
        <a:xfrm>
          <a:off x="1124578" y="518122"/>
          <a:ext cx="2127028" cy="212702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Project Management Institute. (2021). </a:t>
          </a:r>
          <a:r>
            <a:rPr lang="en-GB" sz="1800" i="1" kern="1200"/>
            <a:t>Agile practice guide</a:t>
          </a:r>
          <a:r>
            <a:rPr lang="en-GB" sz="1800" kern="1200"/>
            <a:t>.</a:t>
          </a:r>
          <a:endParaRPr lang="en-US" sz="1800" kern="1200"/>
        </a:p>
      </dsp:txBody>
      <dsp:txXfrm>
        <a:off x="1228411" y="621955"/>
        <a:ext cx="1919362" cy="1919362"/>
      </dsp:txXfrm>
    </dsp:sp>
    <dsp:sp modelId="{2D76170A-35D3-4A86-870D-488579AFA66D}">
      <dsp:nvSpPr>
        <dsp:cNvPr id="0" name=""/>
        <dsp:cNvSpPr/>
      </dsp:nvSpPr>
      <dsp:spPr>
        <a:xfrm>
          <a:off x="3415225" y="518122"/>
          <a:ext cx="2127028" cy="2127028"/>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Rigby, D. K., Sutherland, J., &amp; Takeuchi, H. (2020). Embracing agile. </a:t>
          </a:r>
          <a:r>
            <a:rPr lang="en-GB" sz="1800" i="1" kern="1200"/>
            <a:t>Harvard Business Review</a:t>
          </a:r>
          <a:r>
            <a:rPr lang="en-GB" sz="1800" kern="1200"/>
            <a:t>.</a:t>
          </a:r>
          <a:endParaRPr lang="en-US" sz="1800" kern="1200"/>
        </a:p>
      </dsp:txBody>
      <dsp:txXfrm>
        <a:off x="3519058" y="621955"/>
        <a:ext cx="1919362" cy="1919362"/>
      </dsp:txXfrm>
    </dsp:sp>
    <dsp:sp modelId="{351EDA92-87DB-4B13-B492-3E97B7103543}">
      <dsp:nvSpPr>
        <dsp:cNvPr id="0" name=""/>
        <dsp:cNvSpPr/>
      </dsp:nvSpPr>
      <dsp:spPr>
        <a:xfrm>
          <a:off x="1124578" y="2808768"/>
          <a:ext cx="2127028" cy="2127028"/>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Schwaber, K., &amp; Sutherland, J. (2020). </a:t>
          </a:r>
          <a:r>
            <a:rPr lang="en-GB" sz="1800" i="1" kern="1200"/>
            <a:t>The Scrum Guide</a:t>
          </a:r>
          <a:r>
            <a:rPr lang="en-GB" sz="1800" kern="1200"/>
            <a:t>. Scrum.org.</a:t>
          </a:r>
          <a:endParaRPr lang="en-US" sz="1800" kern="1200"/>
        </a:p>
      </dsp:txBody>
      <dsp:txXfrm>
        <a:off x="1228411" y="2912601"/>
        <a:ext cx="1919362" cy="1919362"/>
      </dsp:txXfrm>
    </dsp:sp>
    <dsp:sp modelId="{F5DA4575-4DC8-4A48-A1FD-D75D7023CD33}">
      <dsp:nvSpPr>
        <dsp:cNvPr id="0" name=""/>
        <dsp:cNvSpPr/>
      </dsp:nvSpPr>
      <dsp:spPr>
        <a:xfrm>
          <a:off x="3415225" y="2808768"/>
          <a:ext cx="2127028" cy="212702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VersionOne. (2023). </a:t>
          </a:r>
          <a:r>
            <a:rPr lang="en-GB" sz="1800" i="1" kern="1200"/>
            <a:t>State of Agile report</a:t>
          </a:r>
          <a:r>
            <a:rPr lang="en-GB" sz="1800" kern="1200"/>
            <a:t>.</a:t>
          </a:r>
          <a:endParaRPr lang="en-US" sz="1800" kern="1200"/>
        </a:p>
      </dsp:txBody>
      <dsp:txXfrm>
        <a:off x="3519058" y="2912601"/>
        <a:ext cx="1919362" cy="191936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28D72A-BEF0-4517-A749-8BF502EE79F9}" type="datetimeFigureOut">
              <a:t>19/02/2026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15B2DC-E40B-4994-B0A4-01AAF67AC485}" type="slidenum">
              <a:t>‹#›</a:t>
            </a:fld>
            <a:endParaRPr lang="en-GB"/>
          </a:p>
        </p:txBody>
      </p:sp>
    </p:spTree>
    <p:extLst>
      <p:ext uri="{BB962C8B-B14F-4D97-AF65-F5344CB8AC3E}">
        <p14:creationId xmlns:p14="http://schemas.microsoft.com/office/powerpoint/2010/main" val="1911212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Today I will be presenting the results of our SNHU Travel pilot project and evaluating whether ChadaTech should transition from a traditional waterfall development model to a Scrum-Agile framework.</a:t>
            </a:r>
          </a:p>
          <a:p>
            <a:r>
              <a:rPr lang="en-US" dirty="0"/>
              <a:t>This pilot allowed us to test Agile principles in a controlled environment while developing a real client application. I will explain the Scrum roles, how Agile integrates with the software development life cycle, compare Agile to waterfall, and conclude with recommendations based on our experience</a:t>
            </a:r>
            <a:endParaRPr lang="en-GB"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715B2DC-E40B-4994-B0A4-01AAF67AC485}" type="slidenum">
              <a:t>1</a:t>
            </a:fld>
            <a:endParaRPr lang="en-GB"/>
          </a:p>
        </p:txBody>
      </p:sp>
    </p:spTree>
    <p:extLst>
      <p:ext uri="{BB962C8B-B14F-4D97-AF65-F5344CB8AC3E}">
        <p14:creationId xmlns:p14="http://schemas.microsoft.com/office/powerpoint/2010/main" val="3981083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Scrum, there are three primary roles, each with distinct responsibilities that ensure efficiency and accountability.</a:t>
            </a:r>
            <a:endParaRPr lang="en-US" dirty="0">
              <a:ea typeface="Calibri"/>
              <a:cs typeface="Calibri"/>
            </a:endParaRPr>
          </a:p>
          <a:p>
            <a:endParaRPr lang="en-US" dirty="0"/>
          </a:p>
          <a:p>
            <a:r>
              <a:rPr lang="en-US" dirty="0"/>
              <a:t>First, the Product Owner represents the stakeholders and is responsible for maintaining and prioritizing the product backlog. During our SNHU Travel project, the Product Owner ensured that high-value features like booking and itinerary management were prioritized early.</a:t>
            </a:r>
            <a:endParaRPr lang="en-US" dirty="0">
              <a:ea typeface="Calibri"/>
              <a:cs typeface="Calibri"/>
            </a:endParaRPr>
          </a:p>
          <a:p>
            <a:endParaRPr lang="en-US" dirty="0">
              <a:ea typeface="Calibri"/>
              <a:cs typeface="Calibri"/>
            </a:endParaRPr>
          </a:p>
          <a:p>
            <a:r>
              <a:rPr lang="en-US" dirty="0"/>
              <a:t>Second, the Scrum Master, which was my role in this simulation, facilitates Scrum events, removes obstacles, and ensures the team follows Agile principles. For example, when integration issues arose, I coordinated resources to remove that blocker quickly.</a:t>
            </a:r>
            <a:endParaRPr lang="en-US" dirty="0">
              <a:ea typeface="Calibri"/>
              <a:cs typeface="Calibri"/>
            </a:endParaRPr>
          </a:p>
          <a:p>
            <a:endParaRPr lang="en-US" dirty="0">
              <a:ea typeface="Calibri"/>
              <a:cs typeface="Calibri"/>
            </a:endParaRPr>
          </a:p>
          <a:p>
            <a:r>
              <a:rPr lang="en-US" dirty="0"/>
              <a:t>Third, the Development Team is cross-functional and self-organizing. Rather than waiting for direction, the team collaborates to complete user stories within each sprint. This autonomy improved both speed and quality.</a:t>
            </a:r>
            <a:endParaRPr lang="en-US" dirty="0">
              <a:ea typeface="Calibri"/>
              <a:cs typeface="Calibri"/>
            </a:endParaRPr>
          </a:p>
          <a:p>
            <a:endParaRPr lang="en-US" dirty="0">
              <a:ea typeface="Calibri"/>
              <a:cs typeface="Calibri"/>
            </a:endParaRPr>
          </a:p>
          <a:p>
            <a:r>
              <a:rPr lang="en-US" dirty="0"/>
              <a:t>Clearly defined roles were essential to the project’s success because they reduced confusion and improved accountability.</a:t>
            </a:r>
            <a:endParaRPr lang="en-GB"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715B2DC-E40B-4994-B0A4-01AAF67AC485}" type="slidenum">
              <a:t>2</a:t>
            </a:fld>
            <a:endParaRPr lang="en-GB"/>
          </a:p>
        </p:txBody>
      </p:sp>
    </p:spTree>
    <p:extLst>
      <p:ext uri="{BB962C8B-B14F-4D97-AF65-F5344CB8AC3E}">
        <p14:creationId xmlns:p14="http://schemas.microsoft.com/office/powerpoint/2010/main" val="4219726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waterfall, Agile does not treat SDLC phases as separate, sequential steps. Instead, each sprint contains planning, design, development, testing, and deployment activities.</a:t>
            </a:r>
          </a:p>
          <a:p>
            <a:endParaRPr lang="en-US" dirty="0"/>
          </a:p>
          <a:p>
            <a:r>
              <a:rPr lang="en-US" dirty="0"/>
              <a:t>During planning, we created and refined user stories in the product backlog.</a:t>
            </a:r>
            <a:endParaRPr lang="en-GB" dirty="0"/>
          </a:p>
          <a:p>
            <a:br>
              <a:rPr lang="en-US" dirty="0">
                <a:cs typeface="+mn-lt"/>
              </a:rPr>
            </a:br>
            <a:r>
              <a:rPr lang="en-US" dirty="0"/>
              <a:t>Design and development occurred incrementally within each sprint.</a:t>
            </a:r>
            <a:endParaRPr lang="en-GB" dirty="0"/>
          </a:p>
          <a:p>
            <a:br>
              <a:rPr lang="en-US" dirty="0">
                <a:cs typeface="+mn-lt"/>
              </a:rPr>
            </a:br>
            <a:r>
              <a:rPr lang="en-US" dirty="0"/>
              <a:t>Testing was continuous, not postponed until the end.</a:t>
            </a:r>
            <a:endParaRPr lang="en-GB" dirty="0"/>
          </a:p>
          <a:p>
            <a:br>
              <a:rPr lang="en-US" dirty="0">
                <a:cs typeface="+mn-lt"/>
              </a:rPr>
            </a:br>
            <a:r>
              <a:rPr lang="en-US" dirty="0"/>
              <a:t>Deployment happened in small increments so stakeholders could review working software early and often.</a:t>
            </a:r>
            <a:endParaRPr lang="en-GB" dirty="0">
              <a:ea typeface="Calibri"/>
              <a:cs typeface="Calibri"/>
            </a:endParaRPr>
          </a:p>
          <a:p>
            <a:endParaRPr lang="en-US" dirty="0"/>
          </a:p>
          <a:p>
            <a:r>
              <a:rPr lang="en-US" dirty="0"/>
              <a:t>This cyclical approach reduced risk and allowed us to adjust quickly when requirements changed.</a:t>
            </a:r>
            <a:endParaRPr lang="en-GB"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715B2DC-E40B-4994-B0A4-01AAF67AC485}" type="slidenum">
              <a:t>3</a:t>
            </a:fld>
            <a:endParaRPr lang="en-GB"/>
          </a:p>
        </p:txBody>
      </p:sp>
    </p:spTree>
    <p:extLst>
      <p:ext uri="{BB962C8B-B14F-4D97-AF65-F5344CB8AC3E}">
        <p14:creationId xmlns:p14="http://schemas.microsoft.com/office/powerpoint/2010/main" val="3088230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waterfall model, development follows a linear path: requirements, design, development, testing, and deployment. Each phase must be completed before the next begins. Changes late in the process can be costly and disruptive.</a:t>
            </a:r>
          </a:p>
          <a:p>
            <a:endParaRPr lang="en-US" dirty="0"/>
          </a:p>
          <a:p>
            <a:r>
              <a:rPr lang="en-US" dirty="0"/>
              <a:t>Agile, however, is iterative. Requirements evolve, customer feedback is continuous, and working software is delivered frequently.</a:t>
            </a:r>
            <a:endParaRPr lang="en-GB" dirty="0"/>
          </a:p>
          <a:p>
            <a:endParaRPr lang="en-US" dirty="0"/>
          </a:p>
          <a:p>
            <a:r>
              <a:rPr lang="en-US" dirty="0"/>
              <a:t>For example, during our project, SNHU Travel requested travel insurance integration after development had begun. In waterfall, this likely would have required revisiting earlier documentation and redesigning significant portions of the system. With Agile, we simply reprioritized the backlog and scheduled the feature for a future sprint.</a:t>
            </a:r>
            <a:endParaRPr lang="en-GB" dirty="0">
              <a:ea typeface="Calibri"/>
              <a:cs typeface="Calibri"/>
            </a:endParaRPr>
          </a:p>
          <a:p>
            <a:endParaRPr lang="en-US" dirty="0"/>
          </a:p>
          <a:p>
            <a:r>
              <a:rPr lang="en-US" dirty="0"/>
              <a:t>This flexibility was one of the greatest advantages we observed.</a:t>
            </a:r>
            <a:endParaRPr lang="en-GB"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715B2DC-E40B-4994-B0A4-01AAF67AC485}" type="slidenum">
              <a:t>4</a:t>
            </a:fld>
            <a:endParaRPr lang="en-GB"/>
          </a:p>
        </p:txBody>
      </p:sp>
    </p:spTree>
    <p:extLst>
      <p:ext uri="{BB962C8B-B14F-4D97-AF65-F5344CB8AC3E}">
        <p14:creationId xmlns:p14="http://schemas.microsoft.com/office/powerpoint/2010/main" val="3048749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between waterfall and Agile depends on project characteristics.</a:t>
            </a:r>
          </a:p>
          <a:p>
            <a:endParaRPr lang="en-US" dirty="0"/>
          </a:p>
          <a:p>
            <a:r>
              <a:rPr lang="en-US" dirty="0"/>
              <a:t>Agile works best when:</a:t>
            </a:r>
            <a:endParaRPr lang="en-GB" dirty="0"/>
          </a:p>
          <a:p>
            <a:pPr marL="285750" indent="-285750">
              <a:buFont typeface="Arial"/>
              <a:buChar char="•"/>
            </a:pPr>
            <a:r>
              <a:rPr lang="en-US" dirty="0"/>
              <a:t>Requirements are likely to change.</a:t>
            </a:r>
            <a:endParaRPr lang="en-GB" dirty="0"/>
          </a:p>
          <a:p>
            <a:pPr marL="285750" indent="-285750">
              <a:buFont typeface="Arial"/>
              <a:buChar char="•"/>
            </a:pPr>
            <a:r>
              <a:rPr lang="en-US" dirty="0"/>
              <a:t>Innovation and user feedback are critical.</a:t>
            </a:r>
            <a:endParaRPr lang="en-GB" dirty="0"/>
          </a:p>
          <a:p>
            <a:pPr marL="285750" indent="-285750">
              <a:buFont typeface="Arial"/>
              <a:buChar char="•"/>
            </a:pPr>
            <a:r>
              <a:rPr lang="en-US" dirty="0"/>
              <a:t>Rapid delivery provides competitive advantage.</a:t>
            </a:r>
            <a:endParaRPr lang="en-GB" dirty="0"/>
          </a:p>
          <a:p>
            <a:r>
              <a:rPr lang="en-US" dirty="0"/>
              <a:t>Waterfall may be more appropriate when:</a:t>
            </a:r>
            <a:endParaRPr lang="en-GB" dirty="0"/>
          </a:p>
          <a:p>
            <a:pPr marL="285750" indent="-285750">
              <a:buFont typeface="Arial"/>
              <a:buChar char="•"/>
            </a:pPr>
            <a:r>
              <a:rPr lang="en-US" dirty="0"/>
              <a:t>Requirements are fixed and well understood.</a:t>
            </a:r>
            <a:endParaRPr lang="en-GB" dirty="0"/>
          </a:p>
          <a:p>
            <a:pPr marL="285750" indent="-285750">
              <a:buFont typeface="Arial"/>
              <a:buChar char="•"/>
            </a:pPr>
            <a:r>
              <a:rPr lang="en-US" dirty="0"/>
              <a:t>There are heavy regulatory or compliance constraints.</a:t>
            </a:r>
            <a:endParaRPr lang="en-GB" dirty="0"/>
          </a:p>
          <a:p>
            <a:pPr marL="285750" indent="-285750">
              <a:buFont typeface="Arial"/>
              <a:buChar char="•"/>
            </a:pPr>
            <a:r>
              <a:rPr lang="en-US" dirty="0"/>
              <a:t>Detailed documentation is required before development begins.</a:t>
            </a:r>
            <a:endParaRPr lang="en-GB" dirty="0"/>
          </a:p>
          <a:p>
            <a:endParaRPr lang="en-US" dirty="0"/>
          </a:p>
          <a:p>
            <a:r>
              <a:rPr lang="en-US" dirty="0"/>
              <a:t>Based on our experience with SNHU Travel, Agile proved more effective because the client’s needs evolved during development, and regular feedback improved the product outcome.</a:t>
            </a:r>
            <a:endParaRPr lang="en-GB"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715B2DC-E40B-4994-B0A4-01AAF67AC485}" type="slidenum">
              <a:t>5</a:t>
            </a:fld>
            <a:endParaRPr lang="en-GB"/>
          </a:p>
        </p:txBody>
      </p:sp>
    </p:spTree>
    <p:extLst>
      <p:ext uri="{BB962C8B-B14F-4D97-AF65-F5344CB8AC3E}">
        <p14:creationId xmlns:p14="http://schemas.microsoft.com/office/powerpoint/2010/main" val="754509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references support the principles discussed in this presentation. They include current industry standards such as the Scrum Guide, research on Agile best practices, and professional project management resources.</a:t>
            </a:r>
          </a:p>
          <a:p>
            <a:endParaRPr lang="en-US" dirty="0"/>
          </a:p>
          <a:p>
            <a:r>
              <a:rPr lang="en-US" dirty="0"/>
              <a:t>These sources reinforce that Agile improves adaptability, collaboration, and stakeholder satisfaction when applied appropriately.</a:t>
            </a:r>
            <a:endParaRPr lang="en-GB"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715B2DC-E40B-4994-B0A4-01AAF67AC485}" type="slidenum">
              <a:t>6</a:t>
            </a:fld>
            <a:endParaRPr lang="en-GB"/>
          </a:p>
        </p:txBody>
      </p:sp>
    </p:spTree>
    <p:extLst>
      <p:ext uri="{BB962C8B-B14F-4D97-AF65-F5344CB8AC3E}">
        <p14:creationId xmlns:p14="http://schemas.microsoft.com/office/powerpoint/2010/main" val="4129929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19/02/2026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19/02/2026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19/02/2026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19/02/2026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19/02/2026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19/02/2026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19/02/2026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162567" y="818984"/>
            <a:ext cx="6714699" cy="3178689"/>
          </a:xfrm>
        </p:spPr>
        <p:txBody>
          <a:bodyPr>
            <a:normAutofit/>
          </a:bodyPr>
          <a:lstStyle/>
          <a:p>
            <a:pPr algn="l"/>
            <a:r>
              <a:rPr lang="en-GB" sz="4400" b="1">
                <a:solidFill>
                  <a:srgbClr val="FFFFFF"/>
                </a:solidFill>
                <a:latin typeface="Aptos"/>
              </a:rPr>
              <a:t>Transitioning from Waterfall to Scrum-Agile</a:t>
            </a:r>
            <a:br>
              <a:rPr lang="en-GB" sz="4400" b="1">
                <a:solidFill>
                  <a:srgbClr val="FFFFFF"/>
                </a:solidFill>
                <a:latin typeface="Aptos"/>
              </a:rPr>
            </a:br>
            <a:r>
              <a:rPr lang="en-GB" sz="4400" b="1">
                <a:solidFill>
                  <a:srgbClr val="FFFFFF"/>
                </a:solidFill>
                <a:latin typeface="Aptos"/>
              </a:rPr>
              <a:t>SNHU Travel Pilot Project</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285397" y="4960961"/>
            <a:ext cx="7055893" cy="1078054"/>
          </a:xfrm>
        </p:spPr>
        <p:txBody>
          <a:bodyPr vert="horz" lIns="91440" tIns="45720" rIns="91440" bIns="45720" rtlCol="0">
            <a:normAutofit/>
          </a:bodyPr>
          <a:lstStyle/>
          <a:p>
            <a:pPr algn="l"/>
            <a:r>
              <a:rPr lang="en-GB">
                <a:solidFill>
                  <a:srgbClr val="FFFFFF"/>
                </a:solidFill>
                <a:ea typeface="+mn-lt"/>
                <a:cs typeface="+mn-lt"/>
              </a:rPr>
              <a:t>Presented by: Akeem Nicholson</a:t>
            </a:r>
            <a:br>
              <a:rPr lang="en-GB" i="1">
                <a:solidFill>
                  <a:srgbClr val="FFFFFF"/>
                </a:solidFill>
                <a:ea typeface="+mn-lt"/>
                <a:cs typeface="+mn-lt"/>
              </a:rPr>
            </a:br>
            <a:r>
              <a:rPr lang="en-GB" i="1">
                <a:solidFill>
                  <a:srgbClr val="FFFFFF"/>
                </a:solidFill>
                <a:ea typeface="+mn-lt"/>
                <a:cs typeface="+mn-lt"/>
              </a:rPr>
              <a:t>ChadaTech</a:t>
            </a:r>
            <a:endParaRPr lang="en-US">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93FEA62-7E89-DB71-81E8-3032AD969D61}"/>
              </a:ext>
            </a:extLst>
          </p:cNvPr>
          <p:cNvSpPr>
            <a:spLocks noGrp="1"/>
          </p:cNvSpPr>
          <p:nvPr>
            <p:ph type="title"/>
          </p:nvPr>
        </p:nvSpPr>
        <p:spPr>
          <a:xfrm>
            <a:off x="1371597" y="348865"/>
            <a:ext cx="10044023" cy="877729"/>
          </a:xfrm>
        </p:spPr>
        <p:txBody>
          <a:bodyPr anchor="ctr">
            <a:normAutofit/>
          </a:bodyPr>
          <a:lstStyle/>
          <a:p>
            <a:r>
              <a:rPr lang="en-GB" sz="4000">
                <a:solidFill>
                  <a:srgbClr val="FFFFFF"/>
                </a:solidFill>
                <a:ea typeface="+mj-lt"/>
                <a:cs typeface="+mj-lt"/>
              </a:rPr>
              <a:t>Key Scrum-Agile Roles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3C10AA69-CDD2-AC2A-9053-DE648AC43E1F}"/>
              </a:ext>
            </a:extLst>
          </p:cNvPr>
          <p:cNvGraphicFramePr>
            <a:graphicFrameLocks noGrp="1"/>
          </p:cNvGraphicFramePr>
          <p:nvPr>
            <p:ph idx="1"/>
            <p:extLst>
              <p:ext uri="{D42A27DB-BD31-4B8C-83A1-F6EECF244321}">
                <p14:modId xmlns:p14="http://schemas.microsoft.com/office/powerpoint/2010/main" val="334447513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18426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reaching for a paper on a table full of paper and sticky notes">
            <a:extLst>
              <a:ext uri="{FF2B5EF4-FFF2-40B4-BE49-F238E27FC236}">
                <a16:creationId xmlns:a16="http://schemas.microsoft.com/office/drawing/2014/main" id="{A986B96B-D0C9-B007-2779-0C1327DF66A5}"/>
              </a:ext>
            </a:extLst>
          </p:cNvPr>
          <p:cNvPicPr>
            <a:picLocks noChangeAspect="1"/>
          </p:cNvPicPr>
          <p:nvPr/>
        </p:nvPicPr>
        <p:blipFill>
          <a:blip r:embed="rId3"/>
          <a:srcRect l="18983" r="21756" b="4"/>
          <a:stretch>
            <a:fillRect/>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71E172-640C-5B52-766A-D7205412C516}"/>
              </a:ext>
            </a:extLst>
          </p:cNvPr>
          <p:cNvSpPr>
            <a:spLocks noGrp="1"/>
          </p:cNvSpPr>
          <p:nvPr>
            <p:ph type="title"/>
          </p:nvPr>
        </p:nvSpPr>
        <p:spPr>
          <a:xfrm>
            <a:off x="761801" y="328512"/>
            <a:ext cx="4778387" cy="1628970"/>
          </a:xfrm>
        </p:spPr>
        <p:txBody>
          <a:bodyPr anchor="ctr">
            <a:normAutofit/>
          </a:bodyPr>
          <a:lstStyle/>
          <a:p>
            <a:r>
              <a:rPr lang="en-GB" sz="4000">
                <a:ea typeface="+mj-lt"/>
                <a:cs typeface="+mj-lt"/>
              </a:rPr>
              <a:t>Agile Phases of the SDL</a:t>
            </a:r>
            <a:endParaRPr lang="en-US" sz="4000"/>
          </a:p>
        </p:txBody>
      </p:sp>
      <p:sp>
        <p:nvSpPr>
          <p:cNvPr id="3" name="Content Placeholder 2">
            <a:extLst>
              <a:ext uri="{FF2B5EF4-FFF2-40B4-BE49-F238E27FC236}">
                <a16:creationId xmlns:a16="http://schemas.microsoft.com/office/drawing/2014/main" id="{F32EA1A0-67A4-4F2B-FFAD-75273A0EAD1A}"/>
              </a:ext>
            </a:extLst>
          </p:cNvPr>
          <p:cNvSpPr>
            <a:spLocks noGrp="1"/>
          </p:cNvSpPr>
          <p:nvPr>
            <p:ph idx="1"/>
          </p:nvPr>
        </p:nvSpPr>
        <p:spPr>
          <a:xfrm>
            <a:off x="761801" y="2884929"/>
            <a:ext cx="4659756" cy="3374137"/>
          </a:xfrm>
        </p:spPr>
        <p:txBody>
          <a:bodyPr vert="horz" lIns="91440" tIns="45720" rIns="91440" bIns="45720" rtlCol="0" anchor="ctr">
            <a:normAutofit/>
          </a:bodyPr>
          <a:lstStyle/>
          <a:p>
            <a:r>
              <a:rPr lang="en-GB" sz="1600" b="1">
                <a:ea typeface="+mn-lt"/>
                <a:cs typeface="+mn-lt"/>
              </a:rPr>
              <a:t>Planning (Backlog Creation &amp; Sprint Planning)</a:t>
            </a:r>
            <a:endParaRPr lang="en-GB" sz="1600"/>
          </a:p>
          <a:p>
            <a:pPr lvl="1"/>
            <a:r>
              <a:rPr lang="en-GB" sz="1600">
                <a:ea typeface="+mn-lt"/>
                <a:cs typeface="+mn-lt"/>
              </a:rPr>
              <a:t>Identify user stories and priorities</a:t>
            </a:r>
            <a:endParaRPr lang="en-GB" sz="1600"/>
          </a:p>
          <a:p>
            <a:r>
              <a:rPr lang="en-GB" sz="1600" b="1">
                <a:ea typeface="+mn-lt"/>
                <a:cs typeface="+mn-lt"/>
              </a:rPr>
              <a:t>Design</a:t>
            </a:r>
            <a:endParaRPr lang="en-GB" sz="1600"/>
          </a:p>
          <a:p>
            <a:pPr lvl="1"/>
            <a:r>
              <a:rPr lang="en-GB" sz="1600">
                <a:ea typeface="+mn-lt"/>
                <a:cs typeface="+mn-lt"/>
              </a:rPr>
              <a:t>Iterative and incremental</a:t>
            </a:r>
            <a:endParaRPr lang="en-GB" sz="1600"/>
          </a:p>
          <a:p>
            <a:r>
              <a:rPr lang="en-GB" sz="1600" b="1">
                <a:ea typeface="+mn-lt"/>
                <a:cs typeface="+mn-lt"/>
              </a:rPr>
              <a:t>Development</a:t>
            </a:r>
            <a:endParaRPr lang="en-GB" sz="1600"/>
          </a:p>
          <a:p>
            <a:pPr lvl="1"/>
            <a:r>
              <a:rPr lang="en-GB" sz="1600">
                <a:ea typeface="+mn-lt"/>
                <a:cs typeface="+mn-lt"/>
              </a:rPr>
              <a:t>Built in small increments</a:t>
            </a:r>
            <a:endParaRPr lang="en-GB" sz="1600"/>
          </a:p>
          <a:p>
            <a:r>
              <a:rPr lang="en-GB" sz="1600" b="1">
                <a:ea typeface="+mn-lt"/>
                <a:cs typeface="+mn-lt"/>
              </a:rPr>
              <a:t>Testing</a:t>
            </a:r>
            <a:endParaRPr lang="en-GB" sz="1600"/>
          </a:p>
          <a:p>
            <a:pPr lvl="1"/>
            <a:r>
              <a:rPr lang="en-GB" sz="1600">
                <a:ea typeface="+mn-lt"/>
                <a:cs typeface="+mn-lt"/>
              </a:rPr>
              <a:t>Continuous throughout each sprint</a:t>
            </a:r>
            <a:endParaRPr lang="en-GB" sz="1600"/>
          </a:p>
          <a:p>
            <a:r>
              <a:rPr lang="en-GB" sz="1600" b="1">
                <a:ea typeface="+mn-lt"/>
                <a:cs typeface="+mn-lt"/>
              </a:rPr>
              <a:t>Deployment</a:t>
            </a:r>
            <a:endParaRPr lang="en-GB" sz="1600"/>
          </a:p>
          <a:p>
            <a:pPr lvl="1"/>
            <a:r>
              <a:rPr lang="en-GB" sz="1600">
                <a:ea typeface="+mn-lt"/>
                <a:cs typeface="+mn-lt"/>
              </a:rPr>
              <a:t>Frequent releases</a:t>
            </a:r>
            <a:endParaRPr lang="en-GB" sz="1600"/>
          </a:p>
          <a:p>
            <a:endParaRPr lang="en-GB" sz="1600"/>
          </a:p>
        </p:txBody>
      </p:sp>
    </p:spTree>
    <p:extLst>
      <p:ext uri="{BB962C8B-B14F-4D97-AF65-F5344CB8AC3E}">
        <p14:creationId xmlns:p14="http://schemas.microsoft.com/office/powerpoint/2010/main" val="388434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AED48D-7567-C555-96E4-822795B5AD44}"/>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3600" kern="1200">
                <a:solidFill>
                  <a:schemeClr val="tx1"/>
                </a:solidFill>
                <a:latin typeface="+mj-lt"/>
                <a:ea typeface="+mj-ea"/>
                <a:cs typeface="+mj-cs"/>
              </a:rPr>
              <a:t>Waterfall vs. Agile</a:t>
            </a:r>
          </a:p>
        </p:txBody>
      </p:sp>
      <p:sp>
        <p:nvSpPr>
          <p:cNvPr id="13" name="Rectangle 1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C96DCF-DD06-5E57-D8D9-C13258F395C7}"/>
              </a:ext>
            </a:extLst>
          </p:cNvPr>
          <p:cNvSpPr txBox="1"/>
          <p:nvPr/>
        </p:nvSpPr>
        <p:spPr>
          <a:xfrm>
            <a:off x="645066" y="2031101"/>
            <a:ext cx="4282984" cy="351194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a:t>Example: When SNHU Travel requested travel insurance integration, Agile allowed reprioritization without restarting development.</a:t>
            </a:r>
          </a:p>
        </p:txBody>
      </p:sp>
      <p:sp>
        <p:nvSpPr>
          <p:cNvPr id="15" name="Rectangle 1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1E98DB84-88C1-9D7A-E8F7-EB4B721B3A4A}"/>
              </a:ext>
            </a:extLst>
          </p:cNvPr>
          <p:cNvGraphicFramePr>
            <a:graphicFrameLocks noGrp="1"/>
          </p:cNvGraphicFramePr>
          <p:nvPr>
            <p:ph idx="1"/>
            <p:extLst>
              <p:ext uri="{D42A27DB-BD31-4B8C-83A1-F6EECF244321}">
                <p14:modId xmlns:p14="http://schemas.microsoft.com/office/powerpoint/2010/main" val="556292943"/>
              </p:ext>
            </p:extLst>
          </p:nvPr>
        </p:nvGraphicFramePr>
        <p:xfrm>
          <a:off x="5987738" y="1714278"/>
          <a:ext cx="5628018" cy="3196578"/>
        </p:xfrm>
        <a:graphic>
          <a:graphicData uri="http://schemas.openxmlformats.org/drawingml/2006/table">
            <a:tbl>
              <a:tblPr firstRow="1" bandRow="1">
                <a:tableStyleId>{5C22544A-7EE6-4342-B048-85BDC9FD1C3A}</a:tableStyleId>
              </a:tblPr>
              <a:tblGrid>
                <a:gridCol w="2490879">
                  <a:extLst>
                    <a:ext uri="{9D8B030D-6E8A-4147-A177-3AD203B41FA5}">
                      <a16:colId xmlns:a16="http://schemas.microsoft.com/office/drawing/2014/main" val="420631091"/>
                    </a:ext>
                  </a:extLst>
                </a:gridCol>
                <a:gridCol w="3137139">
                  <a:extLst>
                    <a:ext uri="{9D8B030D-6E8A-4147-A177-3AD203B41FA5}">
                      <a16:colId xmlns:a16="http://schemas.microsoft.com/office/drawing/2014/main" val="1506128003"/>
                    </a:ext>
                  </a:extLst>
                </a:gridCol>
              </a:tblGrid>
              <a:tr h="453708">
                <a:tc>
                  <a:txBody>
                    <a:bodyPr/>
                    <a:lstStyle/>
                    <a:p>
                      <a:pPr lvl="0">
                        <a:buNone/>
                      </a:pPr>
                      <a:r>
                        <a:rPr lang="en-GB" sz="2000"/>
                        <a:t>Waterfall</a:t>
                      </a:r>
                      <a:endParaRPr lang="en-US" sz="2000"/>
                    </a:p>
                  </a:txBody>
                  <a:tcPr marL="103115" marR="103115" marT="51558" marB="51558"/>
                </a:tc>
                <a:tc>
                  <a:txBody>
                    <a:bodyPr/>
                    <a:lstStyle/>
                    <a:p>
                      <a:r>
                        <a:rPr lang="en-GB" sz="2000"/>
                        <a:t>Agile</a:t>
                      </a:r>
                    </a:p>
                  </a:txBody>
                  <a:tcPr marL="103115" marR="103115" marT="51558" marB="51558"/>
                </a:tc>
                <a:extLst>
                  <a:ext uri="{0D108BD9-81ED-4DB2-BD59-A6C34878D82A}">
                    <a16:rowId xmlns:a16="http://schemas.microsoft.com/office/drawing/2014/main" val="1352420979"/>
                  </a:ext>
                </a:extLst>
              </a:tr>
              <a:tr h="763054">
                <a:tc>
                  <a:txBody>
                    <a:bodyPr/>
                    <a:lstStyle/>
                    <a:p>
                      <a:pPr lvl="0">
                        <a:buNone/>
                      </a:pPr>
                      <a:r>
                        <a:rPr lang="en-GB" sz="2000" b="0" i="0" u="none" strike="noStrike" noProof="0">
                          <a:latin typeface="Aptos"/>
                        </a:rPr>
                        <a:t>Linear, sequential phases</a:t>
                      </a:r>
                      <a:endParaRPr lang="en-US" sz="2000"/>
                    </a:p>
                  </a:txBody>
                  <a:tcPr marL="103115" marR="103115" marT="51558" marB="51558"/>
                </a:tc>
                <a:tc>
                  <a:txBody>
                    <a:bodyPr/>
                    <a:lstStyle/>
                    <a:p>
                      <a:pPr lvl="0">
                        <a:buNone/>
                      </a:pPr>
                      <a:r>
                        <a:rPr lang="en-GB" sz="2000" b="0" i="0" u="none" strike="noStrike" noProof="0">
                          <a:latin typeface="Aptos"/>
                        </a:rPr>
                        <a:t>Iterative and incremental</a:t>
                      </a:r>
                      <a:endParaRPr lang="en-US" sz="2000"/>
                    </a:p>
                  </a:txBody>
                  <a:tcPr marL="103115" marR="103115" marT="51558" marB="51558"/>
                </a:tc>
                <a:extLst>
                  <a:ext uri="{0D108BD9-81ED-4DB2-BD59-A6C34878D82A}">
                    <a16:rowId xmlns:a16="http://schemas.microsoft.com/office/drawing/2014/main" val="859135128"/>
                  </a:ext>
                </a:extLst>
              </a:tr>
              <a:tr h="763054">
                <a:tc>
                  <a:txBody>
                    <a:bodyPr/>
                    <a:lstStyle/>
                    <a:p>
                      <a:pPr lvl="0">
                        <a:buNone/>
                      </a:pPr>
                      <a:r>
                        <a:rPr lang="en-GB" sz="2000" b="0" i="0" u="none" strike="noStrike" noProof="0">
                          <a:latin typeface="Aptos"/>
                        </a:rPr>
                        <a:t>Requirements fixed early</a:t>
                      </a:r>
                      <a:endParaRPr lang="en-US" sz="2000"/>
                    </a:p>
                  </a:txBody>
                  <a:tcPr marL="103115" marR="103115" marT="51558" marB="51558"/>
                </a:tc>
                <a:tc>
                  <a:txBody>
                    <a:bodyPr/>
                    <a:lstStyle/>
                    <a:p>
                      <a:pPr lvl="0">
                        <a:buNone/>
                      </a:pPr>
                      <a:r>
                        <a:rPr lang="en-GB" sz="2000" b="0" i="0" u="none" strike="noStrike" noProof="0">
                          <a:latin typeface="Aptos"/>
                        </a:rPr>
                        <a:t>Requirements evolve</a:t>
                      </a:r>
                      <a:endParaRPr lang="en-US" sz="2000"/>
                    </a:p>
                  </a:txBody>
                  <a:tcPr marL="103115" marR="103115" marT="51558" marB="51558"/>
                </a:tc>
                <a:extLst>
                  <a:ext uri="{0D108BD9-81ED-4DB2-BD59-A6C34878D82A}">
                    <a16:rowId xmlns:a16="http://schemas.microsoft.com/office/drawing/2014/main" val="3645273478"/>
                  </a:ext>
                </a:extLst>
              </a:tr>
              <a:tr h="453708">
                <a:tc>
                  <a:txBody>
                    <a:bodyPr/>
                    <a:lstStyle/>
                    <a:p>
                      <a:pPr lvl="0" algn="l">
                        <a:lnSpc>
                          <a:spcPct val="100000"/>
                        </a:lnSpc>
                        <a:spcBef>
                          <a:spcPts val="0"/>
                        </a:spcBef>
                        <a:spcAft>
                          <a:spcPts val="0"/>
                        </a:spcAft>
                        <a:buNone/>
                      </a:pPr>
                      <a:r>
                        <a:rPr lang="en-GB" sz="2000" b="0" i="0" u="none" strike="noStrike" noProof="0">
                          <a:latin typeface="Aptos"/>
                        </a:rPr>
                        <a:t>Testing at end</a:t>
                      </a:r>
                      <a:endParaRPr lang="en-US" sz="2000"/>
                    </a:p>
                  </a:txBody>
                  <a:tcPr marL="103115" marR="103115" marT="51558" marB="51558"/>
                </a:tc>
                <a:tc>
                  <a:txBody>
                    <a:bodyPr/>
                    <a:lstStyle/>
                    <a:p>
                      <a:pPr lvl="0">
                        <a:buNone/>
                      </a:pPr>
                      <a:r>
                        <a:rPr lang="en-GB" sz="2000" b="0" i="0" u="none" strike="noStrike" noProof="0">
                          <a:latin typeface="Aptos"/>
                        </a:rPr>
                        <a:t>Continuous testing</a:t>
                      </a:r>
                      <a:endParaRPr lang="en-US" sz="2000"/>
                    </a:p>
                  </a:txBody>
                  <a:tcPr marL="103115" marR="103115" marT="51558" marB="51558"/>
                </a:tc>
                <a:extLst>
                  <a:ext uri="{0D108BD9-81ED-4DB2-BD59-A6C34878D82A}">
                    <a16:rowId xmlns:a16="http://schemas.microsoft.com/office/drawing/2014/main" val="3684999301"/>
                  </a:ext>
                </a:extLst>
              </a:tr>
              <a:tr h="763054">
                <a:tc>
                  <a:txBody>
                    <a:bodyPr/>
                    <a:lstStyle/>
                    <a:p>
                      <a:pPr lvl="0" algn="l">
                        <a:lnSpc>
                          <a:spcPct val="100000"/>
                        </a:lnSpc>
                        <a:spcBef>
                          <a:spcPts val="0"/>
                        </a:spcBef>
                        <a:spcAft>
                          <a:spcPts val="0"/>
                        </a:spcAft>
                        <a:buNone/>
                      </a:pPr>
                      <a:r>
                        <a:rPr lang="en-GB" sz="2000" b="0" i="0" u="none" strike="noStrike" noProof="0">
                          <a:latin typeface="Aptos"/>
                        </a:rPr>
                        <a:t>Limited customer feedback</a:t>
                      </a:r>
                      <a:endParaRPr lang="en-US" sz="2000"/>
                    </a:p>
                  </a:txBody>
                  <a:tcPr marL="103115" marR="103115" marT="51558" marB="51558"/>
                </a:tc>
                <a:tc>
                  <a:txBody>
                    <a:bodyPr/>
                    <a:lstStyle/>
                    <a:p>
                      <a:pPr lvl="0">
                        <a:buNone/>
                      </a:pPr>
                      <a:r>
                        <a:rPr lang="en-GB" sz="2000" b="0" i="0" u="none" strike="noStrike" noProof="0">
                          <a:latin typeface="Aptos"/>
                        </a:rPr>
                        <a:t>Frequent stakeholder involvement</a:t>
                      </a:r>
                      <a:endParaRPr lang="en-US" sz="2000"/>
                    </a:p>
                  </a:txBody>
                  <a:tcPr marL="103115" marR="103115" marT="51558" marB="51558"/>
                </a:tc>
                <a:extLst>
                  <a:ext uri="{0D108BD9-81ED-4DB2-BD59-A6C34878D82A}">
                    <a16:rowId xmlns:a16="http://schemas.microsoft.com/office/drawing/2014/main" val="3066127278"/>
                  </a:ext>
                </a:extLst>
              </a:tr>
            </a:tbl>
          </a:graphicData>
        </a:graphic>
      </p:graphicFrame>
    </p:spTree>
    <p:extLst>
      <p:ext uri="{BB962C8B-B14F-4D97-AF65-F5344CB8AC3E}">
        <p14:creationId xmlns:p14="http://schemas.microsoft.com/office/powerpoint/2010/main" val="1231059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E42089-27DF-F348-5D27-2340322212FA}"/>
              </a:ext>
            </a:extLst>
          </p:cNvPr>
          <p:cNvSpPr>
            <a:spLocks noGrp="1"/>
          </p:cNvSpPr>
          <p:nvPr>
            <p:ph type="title"/>
          </p:nvPr>
        </p:nvSpPr>
        <p:spPr>
          <a:xfrm>
            <a:off x="761800" y="762001"/>
            <a:ext cx="5334197" cy="1708242"/>
          </a:xfrm>
        </p:spPr>
        <p:txBody>
          <a:bodyPr anchor="ctr">
            <a:normAutofit/>
          </a:bodyPr>
          <a:lstStyle/>
          <a:p>
            <a:r>
              <a:rPr lang="en-GB" sz="4000">
                <a:ea typeface="+mj-lt"/>
                <a:cs typeface="+mj-lt"/>
              </a:rPr>
              <a:t>Choosing Waterfall or Agile</a:t>
            </a:r>
            <a:endParaRPr lang="en-US" sz="4000"/>
          </a:p>
        </p:txBody>
      </p:sp>
      <p:sp>
        <p:nvSpPr>
          <p:cNvPr id="3" name="Content Placeholder 2">
            <a:extLst>
              <a:ext uri="{FF2B5EF4-FFF2-40B4-BE49-F238E27FC236}">
                <a16:creationId xmlns:a16="http://schemas.microsoft.com/office/drawing/2014/main" id="{DA36660D-9E5A-13AC-4CD2-D28655A3362D}"/>
              </a:ext>
            </a:extLst>
          </p:cNvPr>
          <p:cNvSpPr>
            <a:spLocks noGrp="1"/>
          </p:cNvSpPr>
          <p:nvPr>
            <p:ph idx="1"/>
          </p:nvPr>
        </p:nvSpPr>
        <p:spPr>
          <a:xfrm>
            <a:off x="761800" y="2470244"/>
            <a:ext cx="5334197" cy="3769835"/>
          </a:xfrm>
        </p:spPr>
        <p:txBody>
          <a:bodyPr vert="horz" lIns="91440" tIns="45720" rIns="91440" bIns="45720" rtlCol="0" anchor="ctr">
            <a:normAutofit/>
          </a:bodyPr>
          <a:lstStyle/>
          <a:p>
            <a:r>
              <a:rPr lang="en-GB" sz="2000"/>
              <a:t>Consider Agile When:</a:t>
            </a:r>
          </a:p>
          <a:p>
            <a:pPr lvl="1">
              <a:buFont typeface="Courier New" panose="020B0604020202020204" pitchFamily="34" charset="0"/>
              <a:buChar char="o"/>
            </a:pPr>
            <a:r>
              <a:rPr lang="en-GB" sz="2000">
                <a:ea typeface="+mn-lt"/>
                <a:cs typeface="+mn-lt"/>
              </a:rPr>
              <a:t>Requirements may change</a:t>
            </a:r>
            <a:endParaRPr lang="en-GB" sz="2000"/>
          </a:p>
          <a:p>
            <a:pPr lvl="1">
              <a:buFont typeface="Courier New" panose="020B0604020202020204" pitchFamily="34" charset="0"/>
              <a:buChar char="o"/>
            </a:pPr>
            <a:r>
              <a:rPr lang="en-GB" sz="2000">
                <a:ea typeface="+mn-lt"/>
                <a:cs typeface="+mn-lt"/>
              </a:rPr>
              <a:t>Customer feedback is essential</a:t>
            </a:r>
            <a:endParaRPr lang="en-GB" sz="2000"/>
          </a:p>
          <a:p>
            <a:pPr lvl="1">
              <a:buFont typeface="Courier New" panose="020B0604020202020204" pitchFamily="34" charset="0"/>
              <a:buChar char="o"/>
            </a:pPr>
            <a:r>
              <a:rPr lang="en-GB" sz="2000">
                <a:ea typeface="+mn-lt"/>
                <a:cs typeface="+mn-lt"/>
              </a:rPr>
              <a:t>Rapid delivery is important</a:t>
            </a:r>
            <a:endParaRPr lang="en-GB" sz="2000"/>
          </a:p>
          <a:p>
            <a:r>
              <a:rPr lang="en-GB" sz="2000"/>
              <a:t>Consider Waterfall When:</a:t>
            </a:r>
          </a:p>
          <a:p>
            <a:pPr lvl="1">
              <a:buFont typeface="Courier New" panose="020B0604020202020204" pitchFamily="34" charset="0"/>
              <a:buChar char="o"/>
            </a:pPr>
            <a:r>
              <a:rPr lang="en-GB" sz="2000">
                <a:ea typeface="+mn-lt"/>
                <a:cs typeface="+mn-lt"/>
              </a:rPr>
              <a:t>Requirements are fixed</a:t>
            </a:r>
            <a:endParaRPr lang="en-GB" sz="2000"/>
          </a:p>
          <a:p>
            <a:pPr lvl="1">
              <a:buFont typeface="Courier New" panose="020B0604020202020204" pitchFamily="34" charset="0"/>
              <a:buChar char="o"/>
            </a:pPr>
            <a:r>
              <a:rPr lang="en-GB" sz="2000">
                <a:ea typeface="+mn-lt"/>
                <a:cs typeface="+mn-lt"/>
              </a:rPr>
              <a:t>Regulatory documentation is strict</a:t>
            </a:r>
            <a:endParaRPr lang="en-GB" sz="2000"/>
          </a:p>
          <a:p>
            <a:pPr lvl="1">
              <a:buFont typeface="Courier New" panose="020B0604020202020204" pitchFamily="34" charset="0"/>
              <a:buChar char="o"/>
            </a:pPr>
            <a:r>
              <a:rPr lang="en-GB" sz="2000">
                <a:ea typeface="+mn-lt"/>
                <a:cs typeface="+mn-lt"/>
              </a:rPr>
              <a:t>Scope is clearly defined</a:t>
            </a:r>
            <a:endParaRPr lang="en-GB" sz="2000"/>
          </a:p>
          <a:p>
            <a:r>
              <a:rPr lang="en-GB" sz="2000">
                <a:ea typeface="+mn-lt"/>
                <a:cs typeface="+mn-lt"/>
              </a:rPr>
              <a:t>Based on the SNHU Travel pilot, Agile proved more effective for dynamic, customer-focused projects.</a:t>
            </a:r>
            <a:endParaRPr lang="en-GB" sz="2000"/>
          </a:p>
          <a:p>
            <a:endParaRPr lang="en-GB" sz="2000"/>
          </a:p>
        </p:txBody>
      </p:sp>
      <p:pic>
        <p:nvPicPr>
          <p:cNvPr id="5" name="Picture 4" descr="Magnifying glass showing decling performance">
            <a:extLst>
              <a:ext uri="{FF2B5EF4-FFF2-40B4-BE49-F238E27FC236}">
                <a16:creationId xmlns:a16="http://schemas.microsoft.com/office/drawing/2014/main" id="{3790199D-6112-FA84-FD15-2A2EC8B2F2A9}"/>
              </a:ext>
            </a:extLst>
          </p:cNvPr>
          <p:cNvPicPr>
            <a:picLocks noChangeAspect="1"/>
          </p:cNvPicPr>
          <p:nvPr/>
        </p:nvPicPr>
        <p:blipFill>
          <a:blip r:embed="rId3"/>
          <a:srcRect l="26089" r="22150" b="-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992150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48EACA-DE16-3245-1D7B-8C390505C39F}"/>
              </a:ext>
            </a:extLst>
          </p:cNvPr>
          <p:cNvSpPr>
            <a:spLocks noGrp="1"/>
          </p:cNvSpPr>
          <p:nvPr>
            <p:ph type="title"/>
          </p:nvPr>
        </p:nvSpPr>
        <p:spPr>
          <a:xfrm>
            <a:off x="586478" y="1683756"/>
            <a:ext cx="3115265" cy="2396359"/>
          </a:xfrm>
        </p:spPr>
        <p:txBody>
          <a:bodyPr anchor="b">
            <a:normAutofit/>
          </a:bodyPr>
          <a:lstStyle/>
          <a:p>
            <a:pPr algn="r"/>
            <a:r>
              <a:rPr lang="en-GB" sz="4000">
                <a:solidFill>
                  <a:srgbClr val="FFFFFF"/>
                </a:solidFill>
                <a:ea typeface="+mj-lt"/>
                <a:cs typeface="+mj-lt"/>
              </a:rPr>
              <a:t>References</a:t>
            </a:r>
            <a:endParaRPr lang="en-US" sz="4000">
              <a:solidFill>
                <a:srgbClr val="FFFFFF"/>
              </a:solidFill>
              <a:ea typeface="+mj-lt"/>
              <a:cs typeface="+mj-lt"/>
            </a:endParaRPr>
          </a:p>
        </p:txBody>
      </p:sp>
      <p:graphicFrame>
        <p:nvGraphicFramePr>
          <p:cNvPr id="5" name="Content Placeholder 2">
            <a:extLst>
              <a:ext uri="{FF2B5EF4-FFF2-40B4-BE49-F238E27FC236}">
                <a16:creationId xmlns:a16="http://schemas.microsoft.com/office/drawing/2014/main" id="{D0AAF790-EC0A-12E2-2850-B4F6E36DCD8F}"/>
              </a:ext>
            </a:extLst>
          </p:cNvPr>
          <p:cNvGraphicFramePr>
            <a:graphicFrameLocks noGrp="1"/>
          </p:cNvGraphicFramePr>
          <p:nvPr>
            <p:ph idx="1"/>
            <p:extLst>
              <p:ext uri="{D42A27DB-BD31-4B8C-83A1-F6EECF244321}">
                <p14:modId xmlns:p14="http://schemas.microsoft.com/office/powerpoint/2010/main" val="394998541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1695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Transitioning from Waterfall to Scrum-Agile SNHU Travel Pilot Project</vt:lpstr>
      <vt:lpstr>Key Scrum-Agile Roles</vt:lpstr>
      <vt:lpstr>Agile Phases of the SDL</vt:lpstr>
      <vt:lpstr>Waterfall vs. Agile</vt:lpstr>
      <vt:lpstr>Choosing Waterfall or Agile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82</cp:revision>
  <dcterms:created xsi:type="dcterms:W3CDTF">2026-02-20T00:12:32Z</dcterms:created>
  <dcterms:modified xsi:type="dcterms:W3CDTF">2026-02-20T00:39:34Z</dcterms:modified>
</cp:coreProperties>
</file>